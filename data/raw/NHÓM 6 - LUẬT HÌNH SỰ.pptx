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9" r:id="rId9"/>
    <p:sldId id="263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1" r:id="rId21"/>
    <p:sldId id="280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64" r:id="rId35"/>
    <p:sldId id="265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266" r:id="rId46"/>
    <p:sldId id="267" r:id="rId47"/>
    <p:sldId id="304" r:id="rId48"/>
    <p:sldId id="305" r:id="rId49"/>
    <p:sldId id="306" r:id="rId50"/>
    <p:sldId id="307" r:id="rId51"/>
    <p:sldId id="316" r:id="rId52"/>
  </p:sldIdLst>
  <p:sldSz cx="18288000" cy="10287000"/>
  <p:notesSz cx="6858000" cy="9144000"/>
  <p:embeddedFontLst>
    <p:embeddedFont>
      <p:font typeface="Libre Baskerville" panose="02000000000000000000" pitchFamily="2" charset="0"/>
      <p:regular r:id="rId54"/>
      <p:bold r:id="rId55"/>
      <p:italic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6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72B"/>
    <a:srgbClr val="5F6886"/>
    <a:srgbClr val="2F4FAF"/>
    <a:srgbClr val="7DA6E8"/>
    <a:srgbClr val="DCE6F2"/>
    <a:srgbClr val="EBC27A"/>
    <a:srgbClr val="000080"/>
    <a:srgbClr val="D49E7A"/>
    <a:srgbClr val="8B6B4A"/>
    <a:srgbClr val="4E4F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22" autoAdjust="0"/>
  </p:normalViewPr>
  <p:slideViewPr>
    <p:cSldViewPr>
      <p:cViewPr varScale="1">
        <p:scale>
          <a:sx n="45" d="100"/>
          <a:sy n="45" d="100"/>
        </p:scale>
        <p:origin x="568" y="44"/>
      </p:cViewPr>
      <p:guideLst>
        <p:guide orient="horz" pos="3336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9702-8D07-4859-B621-133A3347DF1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CF4FD-A9D9-42BA-8385-05E716237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00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22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D2119-91A8-2D72-5C0E-07336159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11F8B-1D71-5CD5-C698-1568D273B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F7DE5-1319-BE0D-5EAB-6678A0908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2A354-8D48-FCB1-3FFA-E1D7164F8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30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2A913-CDA5-CB39-5D09-DF9E8FC9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5DFC8-7575-DFCF-7322-6CDD1A19F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D7A75-20FC-24ED-5236-B285137A6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CA57D-1F90-F043-7E79-1F9F70B49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4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E0A50-655D-DF82-DE3D-4C65FC2F3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70CAC-6E1B-D1D3-00E8-2DC0546E5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90C7B-7074-E863-01CF-8A39028F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CABE2-E2B0-ED9B-E10E-7C9C0A4A5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14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333BC-8168-7A1A-E2D4-42A9321C4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5B758-45C5-E016-241D-065FC6C2F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CCAC5-C8A5-A5E0-408B-BDDA428D4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9FA77-7496-940F-5479-9A44447A5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84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15FC9-AF0B-FBF9-3057-83DEA22B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DFFEB-321B-F4E2-EA11-A80E9A4D2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4B3F0-DC48-83B2-620E-3928A8940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C0AB1-C39B-68BF-04D5-8A30EDA6C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3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8ECC-128C-DB3C-6127-7B23E0A21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3583B-074B-553B-8BCC-F34CFEBDB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77436-0301-DFEA-3AEA-C3ECCEEE1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CA71A-3C49-8876-A808-4FC2B8E2F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96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53ED0-A494-5EB1-A19D-FA9802A5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0C477-5412-D3CB-AF15-B64F29903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0B91C-9F48-FAD2-EB4E-DC356B28E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4A77C-8849-9605-23DC-2D9702391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83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4C89D-CD47-A9C6-CAA8-5A4B9F9AF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B0493-992F-47EF-FCA5-15C720851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FDC61-ACBB-5686-7A0F-2F0CF24A0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3D200-D722-4658-1404-186FD4811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7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442E5-93F1-1DB5-13CA-DDC366B6A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91C32-566D-AB6A-9169-609E59C49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0E15E-A939-F1F4-0584-A65AB9423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C43DE-4C04-2140-1EF4-235A14BC4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74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D2D56-9FFA-9247-C937-3B0654E9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5C6D6-A767-8CC1-FB0A-5E4B2A730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401E9-62BC-2195-4348-73DD4975C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1E725-54C0-B3E2-38D5-B549A7BB2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90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DFA9F-100D-768D-A688-AA385467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6E474-DB2E-5862-249B-82C429F5A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99A44-A1F5-B135-7F5A-E7381B13E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A9D42-5190-A386-8ED1-F5BAAEEBD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70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338F-FE6B-0CC1-1AC7-926D7F0D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9EFBB-98EA-46FF-FD8E-A5FC2A0C8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3EFB9-07B7-5621-A535-E27C30625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38A21-16F7-9E2F-82FD-828830B52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46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D143-D5A6-7DC4-E30B-0348CF8D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63907-C610-C1D0-DAD8-042662BD6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CD9AE-8689-71D9-A6EA-2F0A7ABF6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119FB-17F7-0F14-CEBC-692742AFE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16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E123-7A48-7813-A5B3-79F25D5D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48CD3-6917-62D5-38F8-FE13C20BF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F8879-ED98-2947-19F0-0C53C4FD6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8EBA1-E28C-E009-50FA-5164B76EA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ECF4FD-A9D9-42BA-8385-05E7162377B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4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44873" y="266700"/>
            <a:ext cx="8366193" cy="12748485"/>
          </a:xfrm>
          <a:custGeom>
            <a:avLst/>
            <a:gdLst/>
            <a:ahLst/>
            <a:cxnLst/>
            <a:rect l="l" t="t" r="r" b="b"/>
            <a:pathLst>
              <a:path w="8366193" h="12748485">
                <a:moveTo>
                  <a:pt x="0" y="0"/>
                </a:moveTo>
                <a:lnTo>
                  <a:pt x="8366193" y="0"/>
                </a:lnTo>
                <a:lnTo>
                  <a:pt x="8366193" y="12748485"/>
                </a:lnTo>
                <a:lnTo>
                  <a:pt x="0" y="12748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66839" y="4457700"/>
            <a:ext cx="8801100" cy="2376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211"/>
              </a:lnSpc>
            </a:pPr>
            <a:r>
              <a:rPr lang="en-US" sz="14436" b="1" spc="50" dirty="0">
                <a:ln w="0">
                  <a:solidFill>
                    <a:srgbClr val="CDA574"/>
                  </a:solidFill>
                </a:ln>
                <a:solidFill>
                  <a:srgbClr val="CDA574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HÌNH SỰ</a:t>
            </a:r>
          </a:p>
        </p:txBody>
      </p:sp>
      <p:sp>
        <p:nvSpPr>
          <p:cNvPr id="8" name="TextBox 8"/>
          <p:cNvSpPr txBox="1"/>
          <p:nvPr/>
        </p:nvSpPr>
        <p:spPr>
          <a:xfrm flipH="1">
            <a:off x="3162087" y="3678596"/>
            <a:ext cx="5191137" cy="93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20"/>
              </a:lnSpc>
            </a:pPr>
            <a:r>
              <a:rPr lang="en-US" sz="9600" b="1" spc="225" dirty="0">
                <a:solidFill>
                  <a:srgbClr val="FFF9F8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LUẬT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FFE3E8B-0A24-FE52-2E14-D1BDC4871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907348"/>
              </p:ext>
            </p:extLst>
          </p:nvPr>
        </p:nvGraphicFramePr>
        <p:xfrm>
          <a:off x="1162050" y="3009900"/>
          <a:ext cx="15963900" cy="6477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019550">
                  <a:extLst>
                    <a:ext uri="{9D8B030D-6E8A-4147-A177-3AD203B41FA5}">
                      <a16:colId xmlns:a16="http://schemas.microsoft.com/office/drawing/2014/main" val="1656934937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3837659268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1185726332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2614341261"/>
                    </a:ext>
                  </a:extLst>
                </a:gridCol>
              </a:tblGrid>
              <a:tr h="107950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Thành </a:t>
                      </a:r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sz="3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số</a:t>
                      </a: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sinh</a:t>
                      </a: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sz="3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Nhiệm</a:t>
                      </a: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vụ</a:t>
                      </a:r>
                      <a:endParaRPr lang="en-US" sz="3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Tỷ</a:t>
                      </a: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lệ</a:t>
                      </a: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làm</a:t>
                      </a: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3600" b="1" dirty="0" err="1">
                          <a:solidFill>
                            <a:schemeClr val="bg1"/>
                          </a:solidFill>
                        </a:rPr>
                        <a:t>việc</a:t>
                      </a:r>
                      <a:endParaRPr lang="en-US" sz="3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921802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Nguyễn Đăng Khoa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2351010100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Word + PowerPoint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100%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708533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Lâm Quốc </a:t>
                      </a:r>
                      <a:r>
                        <a:rPr lang="en-US" sz="3200" dirty="0" err="1">
                          <a:solidFill>
                            <a:srgbClr val="4E4F51"/>
                          </a:solidFill>
                        </a:rPr>
                        <a:t>Thăng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2351010193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rgbClr val="4E4F51"/>
                          </a:solidFill>
                        </a:rPr>
                        <a:t>Thuyết</a:t>
                      </a:r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 </a:t>
                      </a:r>
                      <a:r>
                        <a:rPr lang="en-US" sz="3200" dirty="0" err="1">
                          <a:solidFill>
                            <a:srgbClr val="4E4F51"/>
                          </a:solidFill>
                        </a:rPr>
                        <a:t>trình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100%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12862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rgbClr val="4E4F51"/>
                          </a:solidFill>
                        </a:rPr>
                        <a:t>Đổ</a:t>
                      </a:r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 Tiến Đạt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2351010039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rgbClr val="4E4F51"/>
                          </a:solidFill>
                        </a:rPr>
                        <a:t>Nội</a:t>
                      </a:r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 dung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100%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459845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Phạm Lê Triệu </a:t>
                      </a:r>
                      <a:r>
                        <a:rPr lang="en-US" sz="3200" dirty="0" err="1">
                          <a:solidFill>
                            <a:srgbClr val="4E4F51"/>
                          </a:solidFill>
                        </a:rPr>
                        <a:t>Vĩ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2351010246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rgbClr val="4E4F51"/>
                          </a:solidFill>
                        </a:rPr>
                        <a:t>Thuyết</a:t>
                      </a:r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 </a:t>
                      </a:r>
                      <a:r>
                        <a:rPr lang="en-US" sz="3200" dirty="0" err="1">
                          <a:solidFill>
                            <a:srgbClr val="4E4F51"/>
                          </a:solidFill>
                        </a:rPr>
                        <a:t>trình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100%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661714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Hoàng Ngọc Quang Minh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2351010126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err="1">
                          <a:solidFill>
                            <a:srgbClr val="4E4F51"/>
                          </a:solidFill>
                        </a:rPr>
                        <a:t>Nội</a:t>
                      </a:r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 dung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4E4F51"/>
                          </a:solidFill>
                        </a:rPr>
                        <a:t>0%</a:t>
                      </a:r>
                      <a:endParaRPr lang="en-US" sz="3200" dirty="0">
                        <a:solidFill>
                          <a:srgbClr val="4E4F5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34463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3C7AD0E-8657-A71F-7500-728A0976EB5A}"/>
              </a:ext>
            </a:extLst>
          </p:cNvPr>
          <p:cNvSpPr txBox="1"/>
          <p:nvPr/>
        </p:nvSpPr>
        <p:spPr>
          <a:xfrm>
            <a:off x="4610100" y="1559004"/>
            <a:ext cx="9067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u="sng" dirty="0">
                <a:solidFill>
                  <a:srgbClr val="D49E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 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266763"/>
            <a:ext cx="7010247" cy="3254606"/>
            <a:chOff x="0" y="0"/>
            <a:chExt cx="1846320" cy="8571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49053" y="5266763"/>
            <a:ext cx="7010247" cy="3254606"/>
            <a:chOff x="0" y="0"/>
            <a:chExt cx="1846320" cy="8571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172B">
                    <a:alpha val="0"/>
                  </a:srgbClr>
                </a:gs>
                <a:gs pos="100000">
                  <a:srgbClr val="5F6886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257959" y="3930097"/>
            <a:ext cx="6317551" cy="5328203"/>
          </a:xfrm>
          <a:custGeom>
            <a:avLst/>
            <a:gdLst/>
            <a:ahLst/>
            <a:cxnLst/>
            <a:rect l="l" t="t" r="r" b="b"/>
            <a:pathLst>
              <a:path w="6317551" h="5328203">
                <a:moveTo>
                  <a:pt x="0" y="0"/>
                </a:moveTo>
                <a:lnTo>
                  <a:pt x="6317551" y="0"/>
                </a:lnTo>
                <a:lnTo>
                  <a:pt x="6317551" y="5328203"/>
                </a:lnTo>
                <a:lnTo>
                  <a:pt x="0" y="5328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093" t="-12954" r="-1998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103725" y="2386085"/>
            <a:ext cx="12080550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9600" spc="-356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LUẬT HÌNH SỰ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4169" y="5564375"/>
            <a:ext cx="4561740" cy="2659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 QUÁT CHUNG VỀ LUẬT HÌNH SỰ</a:t>
            </a:r>
            <a:endParaRPr lang="en-US" sz="4000" u="none" strike="noStrike" spc="-91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152091" y="5568428"/>
            <a:ext cx="4561740" cy="2659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CHẾ ĐỊNH CƠ BẢN CỦA LUẬT HÌNH SỰ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2">
            <a:extLst>
              <a:ext uri="{FF2B5EF4-FFF2-40B4-BE49-F238E27FC236}">
                <a16:creationId xmlns:a16="http://schemas.microsoft.com/office/drawing/2014/main" id="{D36D4DB9-C38F-B9F6-0A15-F58FEB85A0CF}"/>
              </a:ext>
            </a:extLst>
          </p:cNvPr>
          <p:cNvGrpSpPr/>
          <p:nvPr/>
        </p:nvGrpSpPr>
        <p:grpSpPr>
          <a:xfrm>
            <a:off x="609600" y="1763953"/>
            <a:ext cx="5372100" cy="6759094"/>
            <a:chOff x="0" y="0"/>
            <a:chExt cx="1846320" cy="857180"/>
          </a:xfrm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A28A90A3-A996-23F4-96FE-315D1D55B95C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498B678F-510A-B97D-3238-67F8590AA429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05539" y="1655716"/>
            <a:ext cx="4000500" cy="67590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 QUÁT CHUNG VỀ LUẬT HÌNH SỰ</a:t>
            </a:r>
            <a:endParaRPr lang="en-US" sz="6000" spc="-91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8122971" y="2247900"/>
            <a:ext cx="9174429" cy="1435127"/>
            <a:chOff x="0" y="0"/>
            <a:chExt cx="1657702" cy="2685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853354" y="2905383"/>
            <a:ext cx="6771730" cy="442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79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endParaRPr lang="en-US" sz="4800" b="1" spc="-112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pic>
        <p:nvPicPr>
          <p:cNvPr id="41" name="Graphic 40" descr="Atom with solid fill">
            <a:extLst>
              <a:ext uri="{FF2B5EF4-FFF2-40B4-BE49-F238E27FC236}">
                <a16:creationId xmlns:a16="http://schemas.microsoft.com/office/drawing/2014/main" id="{8C96F4F4-B189-952C-FB4A-9F0F86D526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6638" y="2526507"/>
            <a:ext cx="914400" cy="914400"/>
          </a:xfrm>
          <a:prstGeom prst="rect">
            <a:avLst/>
          </a:prstGeom>
        </p:spPr>
      </p:pic>
      <p:grpSp>
        <p:nvGrpSpPr>
          <p:cNvPr id="42" name="Group 15">
            <a:extLst>
              <a:ext uri="{FF2B5EF4-FFF2-40B4-BE49-F238E27FC236}">
                <a16:creationId xmlns:a16="http://schemas.microsoft.com/office/drawing/2014/main" id="{583EB1F6-BB06-7AC0-3E4D-E8E8B0535484}"/>
              </a:ext>
            </a:extLst>
          </p:cNvPr>
          <p:cNvGrpSpPr/>
          <p:nvPr/>
        </p:nvGrpSpPr>
        <p:grpSpPr>
          <a:xfrm>
            <a:off x="8122971" y="4368701"/>
            <a:ext cx="9174429" cy="1435127"/>
            <a:chOff x="0" y="0"/>
            <a:chExt cx="1657702" cy="268543"/>
          </a:xfrm>
        </p:grpSpPr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C1DE93FB-25F6-0A25-7A81-F00E94B2FA07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TextBox 17">
              <a:extLst>
                <a:ext uri="{FF2B5EF4-FFF2-40B4-BE49-F238E27FC236}">
                  <a16:creationId xmlns:a16="http://schemas.microsoft.com/office/drawing/2014/main" id="{FE12D2A3-1CA2-113F-5586-83EA4ADD77D6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6" name="Graphic 45" descr="Brain in head with solid fill">
            <a:extLst>
              <a:ext uri="{FF2B5EF4-FFF2-40B4-BE49-F238E27FC236}">
                <a16:creationId xmlns:a16="http://schemas.microsoft.com/office/drawing/2014/main" id="{230CEDB5-2C5E-F726-CB8E-418578D628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6638" y="4629064"/>
            <a:ext cx="914400" cy="914400"/>
          </a:xfrm>
          <a:prstGeom prst="rect">
            <a:avLst/>
          </a:prstGeom>
        </p:spPr>
      </p:pic>
      <p:sp>
        <p:nvSpPr>
          <p:cNvPr id="48" name="TextBox 28">
            <a:extLst>
              <a:ext uri="{FF2B5EF4-FFF2-40B4-BE49-F238E27FC236}">
                <a16:creationId xmlns:a16="http://schemas.microsoft.com/office/drawing/2014/main" id="{4133FF4F-ED99-7331-980D-D546171B4189}"/>
              </a:ext>
            </a:extLst>
          </p:cNvPr>
          <p:cNvSpPr txBox="1"/>
          <p:nvPr/>
        </p:nvSpPr>
        <p:spPr>
          <a:xfrm>
            <a:off x="9853354" y="4966885"/>
            <a:ext cx="6771730" cy="442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79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endParaRPr lang="en-US" sz="4800" b="1" spc="-112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49" name="Group 15">
            <a:extLst>
              <a:ext uri="{FF2B5EF4-FFF2-40B4-BE49-F238E27FC236}">
                <a16:creationId xmlns:a16="http://schemas.microsoft.com/office/drawing/2014/main" id="{5CA057F0-A228-516A-BCDD-EC4FB705BF27}"/>
              </a:ext>
            </a:extLst>
          </p:cNvPr>
          <p:cNvGrpSpPr/>
          <p:nvPr/>
        </p:nvGrpSpPr>
        <p:grpSpPr>
          <a:xfrm>
            <a:off x="8088924" y="6501026"/>
            <a:ext cx="9174429" cy="1435127"/>
            <a:chOff x="0" y="0"/>
            <a:chExt cx="1657702" cy="268543"/>
          </a:xfrm>
        </p:grpSpPr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95D6F241-841A-DAD6-F47E-EFF9D6C37521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" name="TextBox 17">
              <a:extLst>
                <a:ext uri="{FF2B5EF4-FFF2-40B4-BE49-F238E27FC236}">
                  <a16:creationId xmlns:a16="http://schemas.microsoft.com/office/drawing/2014/main" id="{7DAE2FA1-B740-EFC9-2992-7DA3DCBD5543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3" name="Graphic 52" descr="Lightbulb with solid fill">
            <a:extLst>
              <a:ext uri="{FF2B5EF4-FFF2-40B4-BE49-F238E27FC236}">
                <a16:creationId xmlns:a16="http://schemas.microsoft.com/office/drawing/2014/main" id="{DA6B8C90-0F4B-873D-93FC-D5323D4C9F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6638" y="6761389"/>
            <a:ext cx="914400" cy="914400"/>
          </a:xfrm>
          <a:prstGeom prst="rect">
            <a:avLst/>
          </a:prstGeom>
        </p:spPr>
      </p:pic>
      <p:sp>
        <p:nvSpPr>
          <p:cNvPr id="55" name="TextBox 28">
            <a:extLst>
              <a:ext uri="{FF2B5EF4-FFF2-40B4-BE49-F238E27FC236}">
                <a16:creationId xmlns:a16="http://schemas.microsoft.com/office/drawing/2014/main" id="{1132F62D-11B9-8193-0EC5-26C17D390B3E}"/>
              </a:ext>
            </a:extLst>
          </p:cNvPr>
          <p:cNvSpPr txBox="1"/>
          <p:nvPr/>
        </p:nvSpPr>
        <p:spPr>
          <a:xfrm>
            <a:off x="9853354" y="7116784"/>
            <a:ext cx="6771730" cy="442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79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endParaRPr lang="en-US" sz="4800" b="1" spc="-112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973C4F0-2A34-A066-37F1-6773289DD0F6}"/>
              </a:ext>
            </a:extLst>
          </p:cNvPr>
          <p:cNvCxnSpPr>
            <a:endCxn id="44" idx="1"/>
          </p:cNvCxnSpPr>
          <p:nvPr/>
        </p:nvCxnSpPr>
        <p:spPr>
          <a:xfrm>
            <a:off x="5981700" y="4966885"/>
            <a:ext cx="2141271" cy="17574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4A6A91C-6508-4D53-3301-692C788B7B5E}"/>
              </a:ext>
            </a:extLst>
          </p:cNvPr>
          <p:cNvCxnSpPr>
            <a:cxnSpLocks/>
            <a:stCxn id="17" idx="1"/>
            <a:endCxn id="39" idx="3"/>
          </p:cNvCxnSpPr>
          <p:nvPr/>
        </p:nvCxnSpPr>
        <p:spPr>
          <a:xfrm flipH="1">
            <a:off x="5981700" y="2863658"/>
            <a:ext cx="2141271" cy="2129628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97DB813-7B65-25BC-2294-0988325C7F2B}"/>
              </a:ext>
            </a:extLst>
          </p:cNvPr>
          <p:cNvCxnSpPr>
            <a:endCxn id="51" idx="1"/>
          </p:cNvCxnSpPr>
          <p:nvPr/>
        </p:nvCxnSpPr>
        <p:spPr>
          <a:xfrm>
            <a:off x="5981700" y="4966885"/>
            <a:ext cx="2107224" cy="2149899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0AE55-58D3-2555-40CC-DFBE4437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5">
            <a:extLst>
              <a:ext uri="{FF2B5EF4-FFF2-40B4-BE49-F238E27FC236}">
                <a16:creationId xmlns:a16="http://schemas.microsoft.com/office/drawing/2014/main" id="{90D8D901-A929-52F8-D019-60369D7ED063}"/>
              </a:ext>
            </a:extLst>
          </p:cNvPr>
          <p:cNvGrpSpPr/>
          <p:nvPr/>
        </p:nvGrpSpPr>
        <p:grpSpPr>
          <a:xfrm>
            <a:off x="533400" y="800100"/>
            <a:ext cx="9174429" cy="1435127"/>
            <a:chOff x="0" y="0"/>
            <a:chExt cx="1657702" cy="268543"/>
          </a:xfrm>
        </p:grpSpPr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680427E9-3097-926E-8E85-08F1E711289B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TextBox 17">
              <a:extLst>
                <a:ext uri="{FF2B5EF4-FFF2-40B4-BE49-F238E27FC236}">
                  <a16:creationId xmlns:a16="http://schemas.microsoft.com/office/drawing/2014/main" id="{4A3111BB-AD51-FC7C-F3B7-EAF12BC48A2B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28">
            <a:extLst>
              <a:ext uri="{FF2B5EF4-FFF2-40B4-BE49-F238E27FC236}">
                <a16:creationId xmlns:a16="http://schemas.microsoft.com/office/drawing/2014/main" id="{FCFFC782-FB48-5410-4279-D23B7BD13A8F}"/>
              </a:ext>
            </a:extLst>
          </p:cNvPr>
          <p:cNvSpPr txBox="1"/>
          <p:nvPr/>
        </p:nvSpPr>
        <p:spPr>
          <a:xfrm>
            <a:off x="2263783" y="1457583"/>
            <a:ext cx="6771730" cy="442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79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endParaRPr lang="en-US" sz="4800" b="1" spc="-112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pic>
        <p:nvPicPr>
          <p:cNvPr id="14" name="Graphic 13" descr="Atom with solid fill">
            <a:extLst>
              <a:ext uri="{FF2B5EF4-FFF2-40B4-BE49-F238E27FC236}">
                <a16:creationId xmlns:a16="http://schemas.microsoft.com/office/drawing/2014/main" id="{B5FD76CF-E900-C3BC-D4CE-3200A1510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7067" y="1078707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57034D-DF07-DA31-6005-E3154DEA3BF1}"/>
              </a:ext>
            </a:extLst>
          </p:cNvPr>
          <p:cNvSpPr txBox="1"/>
          <p:nvPr/>
        </p:nvSpPr>
        <p:spPr>
          <a:xfrm>
            <a:off x="1524000" y="2892710"/>
            <a:ext cx="15925800" cy="5809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Việt Nam.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Quy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gánh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1149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3742A69-E59E-320D-8271-BE46288DB4B9}"/>
              </a:ext>
            </a:extLst>
          </p:cNvPr>
          <p:cNvGrpSpPr/>
          <p:nvPr/>
        </p:nvGrpSpPr>
        <p:grpSpPr>
          <a:xfrm>
            <a:off x="539886" y="376136"/>
            <a:ext cx="9174429" cy="1435127"/>
            <a:chOff x="5029200" y="4076700"/>
            <a:chExt cx="9174429" cy="1435127"/>
          </a:xfrm>
        </p:grpSpPr>
        <p:grpSp>
          <p:nvGrpSpPr>
            <p:cNvPr id="21" name="Group 15">
              <a:extLst>
                <a:ext uri="{FF2B5EF4-FFF2-40B4-BE49-F238E27FC236}">
                  <a16:creationId xmlns:a16="http://schemas.microsoft.com/office/drawing/2014/main" id="{EB68AA3C-DF2D-E54A-37A4-8655DF6A38DB}"/>
                </a:ext>
              </a:extLst>
            </p:cNvPr>
            <p:cNvGrpSpPr/>
            <p:nvPr/>
          </p:nvGrpSpPr>
          <p:grpSpPr>
            <a:xfrm>
              <a:off x="5029200" y="4076700"/>
              <a:ext cx="9174429" cy="1435127"/>
              <a:chOff x="0" y="0"/>
              <a:chExt cx="1657702" cy="268543"/>
            </a:xfrm>
          </p:grpSpPr>
          <p:sp>
            <p:nvSpPr>
              <p:cNvPr id="22" name="Freeform 16">
                <a:extLst>
                  <a:ext uri="{FF2B5EF4-FFF2-40B4-BE49-F238E27FC236}">
                    <a16:creationId xmlns:a16="http://schemas.microsoft.com/office/drawing/2014/main" id="{91278AB2-74AC-7A74-E2FC-0F92B8D2B754}"/>
                  </a:ext>
                </a:extLst>
              </p:cNvPr>
              <p:cNvSpPr/>
              <p:nvPr/>
            </p:nvSpPr>
            <p:spPr>
              <a:xfrm>
                <a:off x="0" y="0"/>
                <a:ext cx="1657702" cy="268543"/>
              </a:xfrm>
              <a:custGeom>
                <a:avLst/>
                <a:gdLst/>
                <a:ahLst/>
                <a:cxnLst/>
                <a:rect l="l" t="t" r="r" b="b"/>
                <a:pathLst>
                  <a:path w="1657702" h="268543">
                    <a:moveTo>
                      <a:pt x="78722" y="0"/>
                    </a:moveTo>
                    <a:lnTo>
                      <a:pt x="1578980" y="0"/>
                    </a:lnTo>
                    <a:cubicBezTo>
                      <a:pt x="1599858" y="0"/>
                      <a:pt x="1619881" y="8294"/>
                      <a:pt x="1634645" y="23057"/>
                    </a:cubicBezTo>
                    <a:cubicBezTo>
                      <a:pt x="1649408" y="37820"/>
                      <a:pt x="1657702" y="57844"/>
                      <a:pt x="1657702" y="78722"/>
                    </a:cubicBezTo>
                    <a:lnTo>
                      <a:pt x="1657702" y="189821"/>
                    </a:lnTo>
                    <a:cubicBezTo>
                      <a:pt x="1657702" y="210699"/>
                      <a:pt x="1649408" y="230723"/>
                      <a:pt x="1634645" y="245486"/>
                    </a:cubicBezTo>
                    <a:cubicBezTo>
                      <a:pt x="1619881" y="260249"/>
                      <a:pt x="1599858" y="268543"/>
                      <a:pt x="1578980" y="268543"/>
                    </a:cubicBezTo>
                    <a:lnTo>
                      <a:pt x="78722" y="268543"/>
                    </a:lnTo>
                    <a:cubicBezTo>
                      <a:pt x="57844" y="268543"/>
                      <a:pt x="37820" y="260249"/>
                      <a:pt x="23057" y="245486"/>
                    </a:cubicBezTo>
                    <a:cubicBezTo>
                      <a:pt x="8294" y="230723"/>
                      <a:pt x="0" y="210699"/>
                      <a:pt x="0" y="189821"/>
                    </a:cubicBezTo>
                    <a:lnTo>
                      <a:pt x="0" y="78722"/>
                    </a:lnTo>
                    <a:cubicBezTo>
                      <a:pt x="0" y="57844"/>
                      <a:pt x="8294" y="37820"/>
                      <a:pt x="23057" y="23057"/>
                    </a:cubicBezTo>
                    <a:cubicBezTo>
                      <a:pt x="37820" y="8294"/>
                      <a:pt x="57844" y="0"/>
                      <a:pt x="7872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F6886">
                      <a:alpha val="100000"/>
                    </a:srgbClr>
                  </a:gs>
                  <a:gs pos="100000">
                    <a:srgbClr val="11172B">
                      <a:alpha val="0"/>
                    </a:srgbClr>
                  </a:gs>
                </a:gsLst>
                <a:lin ang="2700000"/>
              </a:gradFill>
              <a:ln w="19050" cap="rnd">
                <a:solidFill>
                  <a:srgbClr val="DADCE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" name="TextBox 17">
                <a:extLst>
                  <a:ext uri="{FF2B5EF4-FFF2-40B4-BE49-F238E27FC236}">
                    <a16:creationId xmlns:a16="http://schemas.microsoft.com/office/drawing/2014/main" id="{8FF5C4C7-1AC3-1F90-C246-9A5313C84E4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57702" cy="3066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pic>
          <p:nvPicPr>
            <p:cNvPr id="24" name="Graphic 23" descr="Brain in head with solid fill">
              <a:extLst>
                <a:ext uri="{FF2B5EF4-FFF2-40B4-BE49-F238E27FC236}">
                  <a16:creationId xmlns:a16="http://schemas.microsoft.com/office/drawing/2014/main" id="{3B7AF902-E917-9E88-4B67-AE8CFD17D0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172867" y="4337063"/>
              <a:ext cx="914400" cy="914400"/>
            </a:xfrm>
            <a:prstGeom prst="rect">
              <a:avLst/>
            </a:prstGeom>
          </p:spPr>
        </p:pic>
        <p:sp>
          <p:nvSpPr>
            <p:cNvPr id="25" name="TextBox 28">
              <a:extLst>
                <a:ext uri="{FF2B5EF4-FFF2-40B4-BE49-F238E27FC236}">
                  <a16:creationId xmlns:a16="http://schemas.microsoft.com/office/drawing/2014/main" id="{8569C75A-BEEC-2145-2850-AFBC85F4B61D}"/>
                </a:ext>
              </a:extLst>
            </p:cNvPr>
            <p:cNvSpPr txBox="1"/>
            <p:nvPr/>
          </p:nvSpPr>
          <p:spPr>
            <a:xfrm>
              <a:off x="6759583" y="4674884"/>
              <a:ext cx="6771730" cy="4424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48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Đối</a:t>
              </a:r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48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tượng</a:t>
              </a:r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48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điều</a:t>
              </a:r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48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chỉnh</a:t>
              </a:r>
              <a:endParaRPr lang="en-US" sz="4800" b="1" spc="-112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839F0FF-1C66-6EEB-823F-CA8118698649}"/>
              </a:ext>
            </a:extLst>
          </p:cNvPr>
          <p:cNvSpPr txBox="1"/>
          <p:nvPr/>
        </p:nvSpPr>
        <p:spPr>
          <a:xfrm>
            <a:off x="509081" y="2065952"/>
            <a:ext cx="17169319" cy="249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960721F7-19BB-A50B-B3C8-473D33A9E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956231"/>
              </p:ext>
            </p:extLst>
          </p:nvPr>
        </p:nvGraphicFramePr>
        <p:xfrm>
          <a:off x="533400" y="4914900"/>
          <a:ext cx="17145000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572500">
                  <a:extLst>
                    <a:ext uri="{9D8B030D-6E8A-4147-A177-3AD203B41FA5}">
                      <a16:colId xmlns:a16="http://schemas.microsoft.com/office/drawing/2014/main" val="331993652"/>
                    </a:ext>
                  </a:extLst>
                </a:gridCol>
                <a:gridCol w="8572500">
                  <a:extLst>
                    <a:ext uri="{9D8B030D-6E8A-4147-A177-3AD203B41FA5}">
                      <a16:colId xmlns:a16="http://schemas.microsoft.com/office/drawing/2014/main" val="3401699985"/>
                    </a:ext>
                  </a:extLst>
                </a:gridCol>
              </a:tblGrid>
              <a:tr h="112834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Nhà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nước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thương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mại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589561"/>
                  </a:ext>
                </a:extLst>
              </a:tr>
              <a:tr h="112834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Buộc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chủ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chịu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trách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nhiệm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Chịu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trách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nhiệm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Nhà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nước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120709"/>
                  </a:ext>
                </a:extLst>
              </a:tr>
              <a:tr h="1386254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Áp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phạt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biện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qua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thẩm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quyền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Chấp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hành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phạt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biện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721929"/>
                  </a:ext>
                </a:extLst>
              </a:tr>
              <a:tr h="1386254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Bảo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đảm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quyền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lợi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ích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pháp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quá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trình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chối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giao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hoặc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thỏa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thuận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trách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nhiệm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14355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15">
            <a:extLst>
              <a:ext uri="{FF2B5EF4-FFF2-40B4-BE49-F238E27FC236}">
                <a16:creationId xmlns:a16="http://schemas.microsoft.com/office/drawing/2014/main" id="{D7FBD025-9694-65EA-C8EC-E166FF68C42A}"/>
              </a:ext>
            </a:extLst>
          </p:cNvPr>
          <p:cNvGrpSpPr/>
          <p:nvPr/>
        </p:nvGrpSpPr>
        <p:grpSpPr>
          <a:xfrm>
            <a:off x="533400" y="660373"/>
            <a:ext cx="9174429" cy="1435127"/>
            <a:chOff x="0" y="0"/>
            <a:chExt cx="1657702" cy="268543"/>
          </a:xfrm>
        </p:grpSpPr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C8C89BCC-21C4-E88A-58E1-2AAE74A83AF2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{08E3721E-C362-4FCA-6E7F-66596C9605C9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6" name="Graphic 25" descr="Lightbulb with solid fill">
            <a:extLst>
              <a:ext uri="{FF2B5EF4-FFF2-40B4-BE49-F238E27FC236}">
                <a16:creationId xmlns:a16="http://schemas.microsoft.com/office/drawing/2014/main" id="{DE99BEE0-4AB9-ED3F-F936-F3DBBA4954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114" y="920736"/>
            <a:ext cx="914400" cy="914400"/>
          </a:xfrm>
          <a:prstGeom prst="rect">
            <a:avLst/>
          </a:prstGeom>
        </p:spPr>
      </p:pic>
      <p:sp>
        <p:nvSpPr>
          <p:cNvPr id="27" name="TextBox 28">
            <a:extLst>
              <a:ext uri="{FF2B5EF4-FFF2-40B4-BE49-F238E27FC236}">
                <a16:creationId xmlns:a16="http://schemas.microsoft.com/office/drawing/2014/main" id="{2189DF52-5279-1E35-2C26-F2DA058E3064}"/>
              </a:ext>
            </a:extLst>
          </p:cNvPr>
          <p:cNvSpPr txBox="1"/>
          <p:nvPr/>
        </p:nvSpPr>
        <p:spPr>
          <a:xfrm>
            <a:off x="2297830" y="1276131"/>
            <a:ext cx="6771730" cy="442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079"/>
              </a:lnSpc>
              <a:spcBef>
                <a:spcPct val="0"/>
              </a:spcBef>
            </a:pP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endParaRPr lang="en-US" sz="4800" b="1" spc="-112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F43CAF-C7A7-28A7-5E79-96464D174700}"/>
              </a:ext>
            </a:extLst>
          </p:cNvPr>
          <p:cNvSpPr txBox="1"/>
          <p:nvPr/>
        </p:nvSpPr>
        <p:spPr>
          <a:xfrm>
            <a:off x="1181100" y="2933700"/>
            <a:ext cx="15925800" cy="497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thỏa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55663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55663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thỏa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tùng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BF0DE-308A-7F95-9761-32FDD1983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">
            <a:extLst>
              <a:ext uri="{FF2B5EF4-FFF2-40B4-BE49-F238E27FC236}">
                <a16:creationId xmlns:a16="http://schemas.microsoft.com/office/drawing/2014/main" id="{EC08CBA2-CE22-05DA-C6F9-E52F55D113C7}"/>
              </a:ext>
            </a:extLst>
          </p:cNvPr>
          <p:cNvGrpSpPr/>
          <p:nvPr/>
        </p:nvGrpSpPr>
        <p:grpSpPr>
          <a:xfrm>
            <a:off x="4313785" y="3924300"/>
            <a:ext cx="9935616" cy="2724536"/>
            <a:chOff x="0" y="0"/>
            <a:chExt cx="1846320" cy="857180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9F7E6B44-88A5-CB42-11C5-82923CF39915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6D88462B-EF95-F59F-88C1-BE23B2CBBF38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4" name="TextBox 5">
            <a:extLst>
              <a:ext uri="{FF2B5EF4-FFF2-40B4-BE49-F238E27FC236}">
                <a16:creationId xmlns:a16="http://schemas.microsoft.com/office/drawing/2014/main" id="{DE9E8E91-9E23-B8DD-7656-4DEADAFAA013}"/>
              </a:ext>
            </a:extLst>
          </p:cNvPr>
          <p:cNvSpPr txBox="1"/>
          <p:nvPr/>
        </p:nvSpPr>
        <p:spPr>
          <a:xfrm>
            <a:off x="4451378" y="4201528"/>
            <a:ext cx="9660430" cy="21700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CHẾ ĐỊNH CƠ BẢN CỦA LUẬT HÌNH SỰ</a:t>
            </a:r>
            <a:endParaRPr lang="en-US" sz="5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24D477CE-DA6F-868B-F307-C842291E6A2F}"/>
              </a:ext>
            </a:extLst>
          </p:cNvPr>
          <p:cNvGrpSpPr/>
          <p:nvPr/>
        </p:nvGrpSpPr>
        <p:grpSpPr>
          <a:xfrm>
            <a:off x="685800" y="585354"/>
            <a:ext cx="4648200" cy="2720429"/>
            <a:chOff x="0" y="0"/>
            <a:chExt cx="1657702" cy="268543"/>
          </a:xfrm>
        </p:grpSpPr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4F15943E-D477-2927-CA02-A34237C14C91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TextBox 17">
              <a:extLst>
                <a:ext uri="{FF2B5EF4-FFF2-40B4-BE49-F238E27FC236}">
                  <a16:creationId xmlns:a16="http://schemas.microsoft.com/office/drawing/2014/main" id="{3E9129B3-EAFE-8F12-65EC-77831C9E3209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5">
            <a:extLst>
              <a:ext uri="{FF2B5EF4-FFF2-40B4-BE49-F238E27FC236}">
                <a16:creationId xmlns:a16="http://schemas.microsoft.com/office/drawing/2014/main" id="{E83A478B-64BF-5836-DC13-5728EFE1291B}"/>
              </a:ext>
            </a:extLst>
          </p:cNvPr>
          <p:cNvSpPr txBox="1"/>
          <p:nvPr/>
        </p:nvSpPr>
        <p:spPr>
          <a:xfrm>
            <a:off x="1318692" y="854145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43B48E3-3FEB-EC24-3A3A-EAC6EB758CF0}"/>
              </a:ext>
            </a:extLst>
          </p:cNvPr>
          <p:cNvGrpSpPr/>
          <p:nvPr/>
        </p:nvGrpSpPr>
        <p:grpSpPr>
          <a:xfrm>
            <a:off x="12954000" y="594271"/>
            <a:ext cx="4648200" cy="2720429"/>
            <a:chOff x="0" y="0"/>
            <a:chExt cx="1657702" cy="26854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1A16AE7-1AC6-0B20-F3B4-8B5C8B50857B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1834C64B-242D-D5C6-C865-51CC66481906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5">
            <a:extLst>
              <a:ext uri="{FF2B5EF4-FFF2-40B4-BE49-F238E27FC236}">
                <a16:creationId xmlns:a16="http://schemas.microsoft.com/office/drawing/2014/main" id="{7C560B80-CCA9-007C-89A4-A3722DCC8375}"/>
              </a:ext>
            </a:extLst>
          </p:cNvPr>
          <p:cNvSpPr txBox="1"/>
          <p:nvPr/>
        </p:nvSpPr>
        <p:spPr>
          <a:xfrm>
            <a:off x="13586892" y="863062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958BDD91-F8B5-59B2-D72A-11E46EA27FC7}"/>
              </a:ext>
            </a:extLst>
          </p:cNvPr>
          <p:cNvGrpSpPr/>
          <p:nvPr/>
        </p:nvGrpSpPr>
        <p:grpSpPr>
          <a:xfrm>
            <a:off x="685800" y="7187490"/>
            <a:ext cx="4648200" cy="2720429"/>
            <a:chOff x="0" y="0"/>
            <a:chExt cx="1657702" cy="268543"/>
          </a:xfrm>
        </p:grpSpPr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915015F9-B973-E33B-920F-DF8C7A80A5B8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1E8B5655-3793-1AD1-23DF-2B3156046313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4" name="TextBox 5">
            <a:extLst>
              <a:ext uri="{FF2B5EF4-FFF2-40B4-BE49-F238E27FC236}">
                <a16:creationId xmlns:a16="http://schemas.microsoft.com/office/drawing/2014/main" id="{F21CB006-6B43-6C6E-24DD-5DDD9FB09F24}"/>
              </a:ext>
            </a:extLst>
          </p:cNvPr>
          <p:cNvSpPr txBox="1"/>
          <p:nvPr/>
        </p:nvSpPr>
        <p:spPr>
          <a:xfrm>
            <a:off x="1318693" y="7456281"/>
            <a:ext cx="3132686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45" name="Group 15">
            <a:extLst>
              <a:ext uri="{FF2B5EF4-FFF2-40B4-BE49-F238E27FC236}">
                <a16:creationId xmlns:a16="http://schemas.microsoft.com/office/drawing/2014/main" id="{D1AC65C5-F707-2D48-9B1D-C61983DA97DA}"/>
              </a:ext>
            </a:extLst>
          </p:cNvPr>
          <p:cNvGrpSpPr/>
          <p:nvPr/>
        </p:nvGrpSpPr>
        <p:grpSpPr>
          <a:xfrm>
            <a:off x="12954000" y="7137336"/>
            <a:ext cx="4648200" cy="2720429"/>
            <a:chOff x="0" y="0"/>
            <a:chExt cx="1657702" cy="268543"/>
          </a:xfrm>
        </p:grpSpPr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DC206445-EDEE-C61B-813F-BF19BF8DE4DD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TextBox 17">
              <a:extLst>
                <a:ext uri="{FF2B5EF4-FFF2-40B4-BE49-F238E27FC236}">
                  <a16:creationId xmlns:a16="http://schemas.microsoft.com/office/drawing/2014/main" id="{3D9DFCE9-EADB-8FCE-00C3-2CEDA32C2A5F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5">
            <a:extLst>
              <a:ext uri="{FF2B5EF4-FFF2-40B4-BE49-F238E27FC236}">
                <a16:creationId xmlns:a16="http://schemas.microsoft.com/office/drawing/2014/main" id="{D3153C00-94FC-0F92-210A-FB170D98FDBB}"/>
              </a:ext>
            </a:extLst>
          </p:cNvPr>
          <p:cNvSpPr txBox="1"/>
          <p:nvPr/>
        </p:nvSpPr>
        <p:spPr>
          <a:xfrm>
            <a:off x="13111070" y="7427494"/>
            <a:ext cx="4334058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4360B5D-DAE8-E073-C69D-6C2B6098AE3E}"/>
              </a:ext>
            </a:extLst>
          </p:cNvPr>
          <p:cNvGrpSpPr/>
          <p:nvPr/>
        </p:nvGrpSpPr>
        <p:grpSpPr>
          <a:xfrm>
            <a:off x="5334000" y="1714500"/>
            <a:ext cx="7620000" cy="2209800"/>
            <a:chOff x="5334000" y="1714500"/>
            <a:chExt cx="7620000" cy="22098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41069DA-2E62-70E5-4302-A9B28AD2C3FD}"/>
                </a:ext>
              </a:extLst>
            </p:cNvPr>
            <p:cNvCxnSpPr/>
            <p:nvPr/>
          </p:nvCxnSpPr>
          <p:spPr>
            <a:xfrm>
              <a:off x="5334000" y="1714500"/>
              <a:ext cx="762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EBFE81C-9A2E-C4A4-C969-3DF8AC4140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0735" y="1714500"/>
              <a:ext cx="15665" cy="22098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931DCF-0C0A-9B34-DD05-51210425984E}"/>
              </a:ext>
            </a:extLst>
          </p:cNvPr>
          <p:cNvGrpSpPr/>
          <p:nvPr/>
        </p:nvGrpSpPr>
        <p:grpSpPr>
          <a:xfrm>
            <a:off x="5334000" y="6648836"/>
            <a:ext cx="7620000" cy="1923664"/>
            <a:chOff x="5334000" y="6648836"/>
            <a:chExt cx="7620000" cy="192366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882A427-FD3E-6DA0-ACC7-0AD1FE65F95A}"/>
                </a:ext>
              </a:extLst>
            </p:cNvPr>
            <p:cNvCxnSpPr/>
            <p:nvPr/>
          </p:nvCxnSpPr>
          <p:spPr>
            <a:xfrm>
              <a:off x="5334000" y="8572500"/>
              <a:ext cx="7620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37365E9-3D48-DEA5-8F94-F646FFD9D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80735" y="6648836"/>
              <a:ext cx="15665" cy="189886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8556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reeform 16">
            <a:extLst>
              <a:ext uri="{FF2B5EF4-FFF2-40B4-BE49-F238E27FC236}">
                <a16:creationId xmlns:a16="http://schemas.microsoft.com/office/drawing/2014/main" id="{25B326DE-F762-8C75-2B7F-83D49CAF5F2A}"/>
              </a:ext>
            </a:extLst>
          </p:cNvPr>
          <p:cNvSpPr/>
          <p:nvPr/>
        </p:nvSpPr>
        <p:spPr>
          <a:xfrm>
            <a:off x="6104896" y="7300287"/>
            <a:ext cx="9174429" cy="1435127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6A7D4B75-C661-B6BA-0DFC-49EE32B61E1F}"/>
              </a:ext>
            </a:extLst>
          </p:cNvPr>
          <p:cNvGrpSpPr/>
          <p:nvPr/>
        </p:nvGrpSpPr>
        <p:grpSpPr>
          <a:xfrm>
            <a:off x="6734868" y="4533900"/>
            <a:ext cx="9174429" cy="1435127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6378D139-AF47-0353-8093-3A615360B069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2344A78F-DFCC-ECD4-ACE5-34BEADCF057A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">
            <a:extLst>
              <a:ext uri="{FF2B5EF4-FFF2-40B4-BE49-F238E27FC236}">
                <a16:creationId xmlns:a16="http://schemas.microsoft.com/office/drawing/2014/main" id="{3B2B5ABB-C810-B0D8-102C-E69C3EC5FDBB}"/>
              </a:ext>
            </a:extLst>
          </p:cNvPr>
          <p:cNvSpPr txBox="1"/>
          <p:nvPr/>
        </p:nvSpPr>
        <p:spPr>
          <a:xfrm>
            <a:off x="8717295" y="4688746"/>
            <a:ext cx="4419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BB306A32-36FE-C9F9-666C-529971DEAA31}"/>
              </a:ext>
            </a:extLst>
          </p:cNvPr>
          <p:cNvSpPr txBox="1"/>
          <p:nvPr/>
        </p:nvSpPr>
        <p:spPr>
          <a:xfrm>
            <a:off x="7153969" y="7483614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5" name="TextBox 5">
            <a:extLst>
              <a:ext uri="{FF2B5EF4-FFF2-40B4-BE49-F238E27FC236}">
                <a16:creationId xmlns:a16="http://schemas.microsoft.com/office/drawing/2014/main" id="{90BC72A8-BCFD-9D9C-38D6-90BBAB39A032}"/>
              </a:ext>
            </a:extLst>
          </p:cNvPr>
          <p:cNvSpPr txBox="1"/>
          <p:nvPr/>
        </p:nvSpPr>
        <p:spPr>
          <a:xfrm>
            <a:off x="4841278" y="9603355"/>
            <a:ext cx="8295617" cy="1909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(TNHS)</a:t>
            </a:r>
            <a:endParaRPr lang="en-US" sz="44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99" name="TextBox 17">
            <a:extLst>
              <a:ext uri="{FF2B5EF4-FFF2-40B4-BE49-F238E27FC236}">
                <a16:creationId xmlns:a16="http://schemas.microsoft.com/office/drawing/2014/main" id="{4D0C3AD1-7860-8A3C-97B7-4C8B848D2D40}"/>
              </a:ext>
            </a:extLst>
          </p:cNvPr>
          <p:cNvSpPr txBox="1"/>
          <p:nvPr/>
        </p:nvSpPr>
        <p:spPr>
          <a:xfrm>
            <a:off x="6104896" y="7096676"/>
            <a:ext cx="9174429" cy="163873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grpSp>
        <p:nvGrpSpPr>
          <p:cNvPr id="102" name="Group 15">
            <a:extLst>
              <a:ext uri="{FF2B5EF4-FFF2-40B4-BE49-F238E27FC236}">
                <a16:creationId xmlns:a16="http://schemas.microsoft.com/office/drawing/2014/main" id="{B56BD31C-134F-271E-57CA-4A8B75B66E06}"/>
              </a:ext>
            </a:extLst>
          </p:cNvPr>
          <p:cNvGrpSpPr/>
          <p:nvPr/>
        </p:nvGrpSpPr>
        <p:grpSpPr>
          <a:xfrm>
            <a:off x="4401873" y="9724874"/>
            <a:ext cx="9174429" cy="1909690"/>
            <a:chOff x="0" y="0"/>
            <a:chExt cx="1657702" cy="268543"/>
          </a:xfrm>
        </p:grpSpPr>
        <p:sp>
          <p:nvSpPr>
            <p:cNvPr id="103" name="Freeform 16">
              <a:extLst>
                <a:ext uri="{FF2B5EF4-FFF2-40B4-BE49-F238E27FC236}">
                  <a16:creationId xmlns:a16="http://schemas.microsoft.com/office/drawing/2014/main" id="{9B8762DA-1A8F-F173-6627-3589D1549F36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" name="TextBox 17">
              <a:extLst>
                <a:ext uri="{FF2B5EF4-FFF2-40B4-BE49-F238E27FC236}">
                  <a16:creationId xmlns:a16="http://schemas.microsoft.com/office/drawing/2014/main" id="{A25E94CC-2018-E64D-D3B0-9BAA186CA802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1" name="TextBox 17">
            <a:extLst>
              <a:ext uri="{FF2B5EF4-FFF2-40B4-BE49-F238E27FC236}">
                <a16:creationId xmlns:a16="http://schemas.microsoft.com/office/drawing/2014/main" id="{CF0EC3FF-9B63-7698-5B3F-E32BCE8C9A35}"/>
              </a:ext>
            </a:extLst>
          </p:cNvPr>
          <p:cNvSpPr txBox="1"/>
          <p:nvPr/>
        </p:nvSpPr>
        <p:spPr>
          <a:xfrm>
            <a:off x="4401871" y="9098285"/>
            <a:ext cx="9174429" cy="218063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6BC7905-0414-2B25-807C-040A0F26B73A}"/>
              </a:ext>
            </a:extLst>
          </p:cNvPr>
          <p:cNvSpPr/>
          <p:nvPr/>
        </p:nvSpPr>
        <p:spPr>
          <a:xfrm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78DAD20A-03EC-9298-E0D5-46BD7D6BBFCB}"/>
              </a:ext>
            </a:extLst>
          </p:cNvPr>
          <p:cNvSpPr/>
          <p:nvPr/>
        </p:nvSpPr>
        <p:spPr>
          <a:xfrm rot="5400000"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6" name="TextBox 5">
            <a:extLst>
              <a:ext uri="{FF2B5EF4-FFF2-40B4-BE49-F238E27FC236}">
                <a16:creationId xmlns:a16="http://schemas.microsoft.com/office/drawing/2014/main" id="{003A1CAC-884C-5CF9-672C-A9C7A1B582DB}"/>
              </a:ext>
            </a:extLst>
          </p:cNvPr>
          <p:cNvSpPr txBox="1"/>
          <p:nvPr/>
        </p:nvSpPr>
        <p:spPr>
          <a:xfrm>
            <a:off x="2235907" y="3235846"/>
            <a:ext cx="1782355" cy="42992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E4E2C-B513-BBC4-FC32-2615F433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15">
            <a:extLst>
              <a:ext uri="{FF2B5EF4-FFF2-40B4-BE49-F238E27FC236}">
                <a16:creationId xmlns:a16="http://schemas.microsoft.com/office/drawing/2014/main" id="{58E25E4D-DFA8-4ED1-7978-5ACEC5F12862}"/>
              </a:ext>
            </a:extLst>
          </p:cNvPr>
          <p:cNvGrpSpPr/>
          <p:nvPr/>
        </p:nvGrpSpPr>
        <p:grpSpPr>
          <a:xfrm>
            <a:off x="6856162" y="2742573"/>
            <a:ext cx="10266629" cy="4939768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38F6B054-9E0C-9CCE-1215-83BD753DD08A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36527CD7-0791-149F-8A32-4BD3E3069EFC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">
            <a:extLst>
              <a:ext uri="{FF2B5EF4-FFF2-40B4-BE49-F238E27FC236}">
                <a16:creationId xmlns:a16="http://schemas.microsoft.com/office/drawing/2014/main" id="{10C0EC8E-2FC0-E44E-993D-8F514129F7E6}"/>
              </a:ext>
            </a:extLst>
          </p:cNvPr>
          <p:cNvSpPr txBox="1"/>
          <p:nvPr/>
        </p:nvSpPr>
        <p:spPr>
          <a:xfrm>
            <a:off x="7313767" y="2811190"/>
            <a:ext cx="4419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9AAE82D9-570F-82EE-3F6C-A491FD5F2C72}"/>
              </a:ext>
            </a:extLst>
          </p:cNvPr>
          <p:cNvSpPr txBox="1"/>
          <p:nvPr/>
        </p:nvSpPr>
        <p:spPr>
          <a:xfrm>
            <a:off x="6383072" y="8607489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5" name="TextBox 5">
            <a:extLst>
              <a:ext uri="{FF2B5EF4-FFF2-40B4-BE49-F238E27FC236}">
                <a16:creationId xmlns:a16="http://schemas.microsoft.com/office/drawing/2014/main" id="{0FB087C5-B692-01D5-CB00-75A76D14AD63}"/>
              </a:ext>
            </a:extLst>
          </p:cNvPr>
          <p:cNvSpPr txBox="1"/>
          <p:nvPr/>
        </p:nvSpPr>
        <p:spPr>
          <a:xfrm>
            <a:off x="2783878" y="11492354"/>
            <a:ext cx="8295617" cy="1909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(TNHS)</a:t>
            </a:r>
            <a:endParaRPr lang="en-US" sz="44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D0F2FB1-615A-EF5B-22A1-F8E9FECE6EAD}"/>
              </a:ext>
            </a:extLst>
          </p:cNvPr>
          <p:cNvGrpSpPr/>
          <p:nvPr/>
        </p:nvGrpSpPr>
        <p:grpSpPr>
          <a:xfrm>
            <a:off x="2344471" y="10987284"/>
            <a:ext cx="9174431" cy="2566924"/>
            <a:chOff x="3718582" y="9386936"/>
            <a:chExt cx="9174431" cy="2566924"/>
          </a:xfrm>
        </p:grpSpPr>
        <p:grpSp>
          <p:nvGrpSpPr>
            <p:cNvPr id="102" name="Group 15">
              <a:extLst>
                <a:ext uri="{FF2B5EF4-FFF2-40B4-BE49-F238E27FC236}">
                  <a16:creationId xmlns:a16="http://schemas.microsoft.com/office/drawing/2014/main" id="{8CA3311E-BE24-F55A-1A3B-9ABBEDD2CF4E}"/>
                </a:ext>
              </a:extLst>
            </p:cNvPr>
            <p:cNvGrpSpPr/>
            <p:nvPr/>
          </p:nvGrpSpPr>
          <p:grpSpPr>
            <a:xfrm>
              <a:off x="3718584" y="10013525"/>
              <a:ext cx="9174429" cy="1909690"/>
              <a:chOff x="0" y="0"/>
              <a:chExt cx="1657702" cy="268543"/>
            </a:xfrm>
          </p:grpSpPr>
          <p:sp>
            <p:nvSpPr>
              <p:cNvPr id="103" name="Freeform 16">
                <a:extLst>
                  <a:ext uri="{FF2B5EF4-FFF2-40B4-BE49-F238E27FC236}">
                    <a16:creationId xmlns:a16="http://schemas.microsoft.com/office/drawing/2014/main" id="{793462FF-4370-807D-8DFB-8C8C8C3F5BE6}"/>
                  </a:ext>
                </a:extLst>
              </p:cNvPr>
              <p:cNvSpPr/>
              <p:nvPr/>
            </p:nvSpPr>
            <p:spPr>
              <a:xfrm>
                <a:off x="0" y="0"/>
                <a:ext cx="1657702" cy="268543"/>
              </a:xfrm>
              <a:custGeom>
                <a:avLst/>
                <a:gdLst/>
                <a:ahLst/>
                <a:cxnLst/>
                <a:rect l="l" t="t" r="r" b="b"/>
                <a:pathLst>
                  <a:path w="1657702" h="268543">
                    <a:moveTo>
                      <a:pt x="78722" y="0"/>
                    </a:moveTo>
                    <a:lnTo>
                      <a:pt x="1578980" y="0"/>
                    </a:lnTo>
                    <a:cubicBezTo>
                      <a:pt x="1599858" y="0"/>
                      <a:pt x="1619881" y="8294"/>
                      <a:pt x="1634645" y="23057"/>
                    </a:cubicBezTo>
                    <a:cubicBezTo>
                      <a:pt x="1649408" y="37820"/>
                      <a:pt x="1657702" y="57844"/>
                      <a:pt x="1657702" y="78722"/>
                    </a:cubicBezTo>
                    <a:lnTo>
                      <a:pt x="1657702" y="189821"/>
                    </a:lnTo>
                    <a:cubicBezTo>
                      <a:pt x="1657702" y="210699"/>
                      <a:pt x="1649408" y="230723"/>
                      <a:pt x="1634645" y="245486"/>
                    </a:cubicBezTo>
                    <a:cubicBezTo>
                      <a:pt x="1619881" y="260249"/>
                      <a:pt x="1599858" y="268543"/>
                      <a:pt x="1578980" y="268543"/>
                    </a:cubicBezTo>
                    <a:lnTo>
                      <a:pt x="78722" y="268543"/>
                    </a:lnTo>
                    <a:cubicBezTo>
                      <a:pt x="57844" y="268543"/>
                      <a:pt x="37820" y="260249"/>
                      <a:pt x="23057" y="245486"/>
                    </a:cubicBezTo>
                    <a:cubicBezTo>
                      <a:pt x="8294" y="230723"/>
                      <a:pt x="0" y="210699"/>
                      <a:pt x="0" y="189821"/>
                    </a:cubicBezTo>
                    <a:lnTo>
                      <a:pt x="0" y="78722"/>
                    </a:lnTo>
                    <a:cubicBezTo>
                      <a:pt x="0" y="57844"/>
                      <a:pt x="8294" y="37820"/>
                      <a:pt x="23057" y="23057"/>
                    </a:cubicBezTo>
                    <a:cubicBezTo>
                      <a:pt x="37820" y="8294"/>
                      <a:pt x="57844" y="0"/>
                      <a:pt x="7872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F6886">
                      <a:alpha val="100000"/>
                    </a:srgbClr>
                  </a:gs>
                  <a:gs pos="100000">
                    <a:srgbClr val="11172B">
                      <a:alpha val="0"/>
                    </a:srgbClr>
                  </a:gs>
                </a:gsLst>
                <a:lin ang="2700000"/>
              </a:gradFill>
              <a:ln w="19050" cap="rnd">
                <a:solidFill>
                  <a:srgbClr val="DADCE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4" name="TextBox 17">
                <a:extLst>
                  <a:ext uri="{FF2B5EF4-FFF2-40B4-BE49-F238E27FC236}">
                    <a16:creationId xmlns:a16="http://schemas.microsoft.com/office/drawing/2014/main" id="{463A960C-0936-0177-9062-2A214DBD10E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57702" cy="3066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9" name="Group 15">
              <a:extLst>
                <a:ext uri="{FF2B5EF4-FFF2-40B4-BE49-F238E27FC236}">
                  <a16:creationId xmlns:a16="http://schemas.microsoft.com/office/drawing/2014/main" id="{1129F568-7C33-DDB6-B509-1259D85A201D}"/>
                </a:ext>
              </a:extLst>
            </p:cNvPr>
            <p:cNvGrpSpPr/>
            <p:nvPr/>
          </p:nvGrpSpPr>
          <p:grpSpPr>
            <a:xfrm>
              <a:off x="3718582" y="9386936"/>
              <a:ext cx="9174429" cy="2566924"/>
              <a:chOff x="0" y="-38100"/>
              <a:chExt cx="1657702" cy="360964"/>
            </a:xfrm>
          </p:grpSpPr>
          <p:sp>
            <p:nvSpPr>
              <p:cNvPr id="110" name="Freeform 16">
                <a:extLst>
                  <a:ext uri="{FF2B5EF4-FFF2-40B4-BE49-F238E27FC236}">
                    <a16:creationId xmlns:a16="http://schemas.microsoft.com/office/drawing/2014/main" id="{FD1165E4-3F99-B314-CA2F-486AE9F0E8B6}"/>
                  </a:ext>
                </a:extLst>
              </p:cNvPr>
              <p:cNvSpPr/>
              <p:nvPr/>
            </p:nvSpPr>
            <p:spPr>
              <a:xfrm>
                <a:off x="0" y="54321"/>
                <a:ext cx="1657702" cy="268543"/>
              </a:xfrm>
              <a:custGeom>
                <a:avLst/>
                <a:gdLst/>
                <a:ahLst/>
                <a:cxnLst/>
                <a:rect l="l" t="t" r="r" b="b"/>
                <a:pathLst>
                  <a:path w="1657702" h="268543">
                    <a:moveTo>
                      <a:pt x="78722" y="0"/>
                    </a:moveTo>
                    <a:lnTo>
                      <a:pt x="1578980" y="0"/>
                    </a:lnTo>
                    <a:cubicBezTo>
                      <a:pt x="1599858" y="0"/>
                      <a:pt x="1619881" y="8294"/>
                      <a:pt x="1634645" y="23057"/>
                    </a:cubicBezTo>
                    <a:cubicBezTo>
                      <a:pt x="1649408" y="37820"/>
                      <a:pt x="1657702" y="57844"/>
                      <a:pt x="1657702" y="78722"/>
                    </a:cubicBezTo>
                    <a:lnTo>
                      <a:pt x="1657702" y="189821"/>
                    </a:lnTo>
                    <a:cubicBezTo>
                      <a:pt x="1657702" y="210699"/>
                      <a:pt x="1649408" y="230723"/>
                      <a:pt x="1634645" y="245486"/>
                    </a:cubicBezTo>
                    <a:cubicBezTo>
                      <a:pt x="1619881" y="260249"/>
                      <a:pt x="1599858" y="268543"/>
                      <a:pt x="1578980" y="268543"/>
                    </a:cubicBezTo>
                    <a:lnTo>
                      <a:pt x="78722" y="268543"/>
                    </a:lnTo>
                    <a:cubicBezTo>
                      <a:pt x="57844" y="268543"/>
                      <a:pt x="37820" y="260249"/>
                      <a:pt x="23057" y="245486"/>
                    </a:cubicBezTo>
                    <a:cubicBezTo>
                      <a:pt x="8294" y="230723"/>
                      <a:pt x="0" y="210699"/>
                      <a:pt x="0" y="189821"/>
                    </a:cubicBezTo>
                    <a:lnTo>
                      <a:pt x="0" y="78722"/>
                    </a:lnTo>
                    <a:cubicBezTo>
                      <a:pt x="0" y="57844"/>
                      <a:pt x="8294" y="37820"/>
                      <a:pt x="23057" y="23057"/>
                    </a:cubicBezTo>
                    <a:cubicBezTo>
                      <a:pt x="37820" y="8294"/>
                      <a:pt x="57844" y="0"/>
                      <a:pt x="7872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F6886">
                      <a:alpha val="100000"/>
                    </a:srgbClr>
                  </a:gs>
                  <a:gs pos="100000">
                    <a:srgbClr val="11172B">
                      <a:alpha val="0"/>
                    </a:srgbClr>
                  </a:gs>
                </a:gsLst>
                <a:lin ang="2700000"/>
              </a:gradFill>
              <a:ln w="19050" cap="rnd">
                <a:solidFill>
                  <a:srgbClr val="DADCE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1" name="TextBox 17">
                <a:extLst>
                  <a:ext uri="{FF2B5EF4-FFF2-40B4-BE49-F238E27FC236}">
                    <a16:creationId xmlns:a16="http://schemas.microsoft.com/office/drawing/2014/main" id="{0A39C37B-FF35-E7DD-5DE0-5BDD6B31546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57702" cy="3066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" name="TextBox 5">
            <a:extLst>
              <a:ext uri="{FF2B5EF4-FFF2-40B4-BE49-F238E27FC236}">
                <a16:creationId xmlns:a16="http://schemas.microsoft.com/office/drawing/2014/main" id="{2D6642F2-DCC4-ACEB-A03D-E62891721C2D}"/>
              </a:ext>
            </a:extLst>
          </p:cNvPr>
          <p:cNvSpPr txBox="1"/>
          <p:nvPr/>
        </p:nvSpPr>
        <p:spPr>
          <a:xfrm>
            <a:off x="7294311" y="3898634"/>
            <a:ext cx="9390330" cy="33975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BLHS 2015,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92D2E294-74FE-E05B-41AD-C1C2CE1A2A33}"/>
              </a:ext>
            </a:extLst>
          </p:cNvPr>
          <p:cNvSpPr/>
          <p:nvPr/>
        </p:nvSpPr>
        <p:spPr>
          <a:xfrm>
            <a:off x="5333999" y="8424162"/>
            <a:ext cx="9174429" cy="1435127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08FF9B-23C5-F0A4-6369-5D6F99D97D99}"/>
              </a:ext>
            </a:extLst>
          </p:cNvPr>
          <p:cNvSpPr/>
          <p:nvPr/>
        </p:nvSpPr>
        <p:spPr>
          <a:xfrm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75672AC-8E95-E430-40EF-26E052F488C6}"/>
              </a:ext>
            </a:extLst>
          </p:cNvPr>
          <p:cNvSpPr/>
          <p:nvPr/>
        </p:nvSpPr>
        <p:spPr>
          <a:xfrm rot="5400000"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C7E93C1D-7C62-69C3-63C4-1F8FD2843F4E}"/>
              </a:ext>
            </a:extLst>
          </p:cNvPr>
          <p:cNvSpPr txBox="1"/>
          <p:nvPr/>
        </p:nvSpPr>
        <p:spPr>
          <a:xfrm>
            <a:off x="2235907" y="3235846"/>
            <a:ext cx="1782355" cy="42992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2129926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3EC81-0BFC-93BD-E149-300517D6E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BA88E25F-98FA-81FB-D1E0-FADB45AB0365}"/>
              </a:ext>
            </a:extLst>
          </p:cNvPr>
          <p:cNvSpPr/>
          <p:nvPr/>
        </p:nvSpPr>
        <p:spPr>
          <a:xfrm>
            <a:off x="6675171" y="4637159"/>
            <a:ext cx="9174429" cy="1435127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F95897BE-E3B3-0CA3-F791-247A98271085}"/>
              </a:ext>
            </a:extLst>
          </p:cNvPr>
          <p:cNvGrpSpPr/>
          <p:nvPr/>
        </p:nvGrpSpPr>
        <p:grpSpPr>
          <a:xfrm>
            <a:off x="5917393" y="1498985"/>
            <a:ext cx="9171432" cy="1444752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C256E25F-3F74-8371-9BBE-5BFD41306122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ACF9A4F8-DB5C-3CBF-9976-13A030A11336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">
            <a:extLst>
              <a:ext uri="{FF2B5EF4-FFF2-40B4-BE49-F238E27FC236}">
                <a16:creationId xmlns:a16="http://schemas.microsoft.com/office/drawing/2014/main" id="{5D2CC772-FE10-3770-2C94-BE7526990B89}"/>
              </a:ext>
            </a:extLst>
          </p:cNvPr>
          <p:cNvSpPr txBox="1"/>
          <p:nvPr/>
        </p:nvSpPr>
        <p:spPr>
          <a:xfrm>
            <a:off x="7921445" y="1617926"/>
            <a:ext cx="4419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08EE221F-C63B-737C-DA70-E9A251A51C27}"/>
              </a:ext>
            </a:extLst>
          </p:cNvPr>
          <p:cNvSpPr txBox="1"/>
          <p:nvPr/>
        </p:nvSpPr>
        <p:spPr>
          <a:xfrm>
            <a:off x="7620000" y="476197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5" name="TextBox 5">
            <a:extLst>
              <a:ext uri="{FF2B5EF4-FFF2-40B4-BE49-F238E27FC236}">
                <a16:creationId xmlns:a16="http://schemas.microsoft.com/office/drawing/2014/main" id="{4FAFF210-B66B-6188-BC2F-E607CC56D261}"/>
              </a:ext>
            </a:extLst>
          </p:cNvPr>
          <p:cNvSpPr txBox="1"/>
          <p:nvPr/>
        </p:nvSpPr>
        <p:spPr>
          <a:xfrm>
            <a:off x="6353803" y="7520755"/>
            <a:ext cx="8295617" cy="1909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(TNHS)</a:t>
            </a:r>
            <a:endParaRPr lang="en-US" sz="44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3BADB6D-08C8-9642-1FC4-165FF7D49419}"/>
              </a:ext>
            </a:extLst>
          </p:cNvPr>
          <p:cNvGrpSpPr/>
          <p:nvPr/>
        </p:nvGrpSpPr>
        <p:grpSpPr>
          <a:xfrm>
            <a:off x="5914396" y="7015685"/>
            <a:ext cx="9174431" cy="2566924"/>
            <a:chOff x="3718582" y="9386936"/>
            <a:chExt cx="9174431" cy="2566924"/>
          </a:xfrm>
        </p:grpSpPr>
        <p:grpSp>
          <p:nvGrpSpPr>
            <p:cNvPr id="102" name="Group 15">
              <a:extLst>
                <a:ext uri="{FF2B5EF4-FFF2-40B4-BE49-F238E27FC236}">
                  <a16:creationId xmlns:a16="http://schemas.microsoft.com/office/drawing/2014/main" id="{E1C45670-57FA-8895-8A5B-6E05EE1D7FC1}"/>
                </a:ext>
              </a:extLst>
            </p:cNvPr>
            <p:cNvGrpSpPr/>
            <p:nvPr/>
          </p:nvGrpSpPr>
          <p:grpSpPr>
            <a:xfrm>
              <a:off x="3718584" y="10013525"/>
              <a:ext cx="9174429" cy="1909690"/>
              <a:chOff x="0" y="0"/>
              <a:chExt cx="1657702" cy="268543"/>
            </a:xfrm>
          </p:grpSpPr>
          <p:sp>
            <p:nvSpPr>
              <p:cNvPr id="103" name="Freeform 16">
                <a:extLst>
                  <a:ext uri="{FF2B5EF4-FFF2-40B4-BE49-F238E27FC236}">
                    <a16:creationId xmlns:a16="http://schemas.microsoft.com/office/drawing/2014/main" id="{9231BB2A-FCCF-9B2D-727C-6261051C4188}"/>
                  </a:ext>
                </a:extLst>
              </p:cNvPr>
              <p:cNvSpPr/>
              <p:nvPr/>
            </p:nvSpPr>
            <p:spPr>
              <a:xfrm>
                <a:off x="0" y="0"/>
                <a:ext cx="1657702" cy="268543"/>
              </a:xfrm>
              <a:custGeom>
                <a:avLst/>
                <a:gdLst/>
                <a:ahLst/>
                <a:cxnLst/>
                <a:rect l="l" t="t" r="r" b="b"/>
                <a:pathLst>
                  <a:path w="1657702" h="268543">
                    <a:moveTo>
                      <a:pt x="78722" y="0"/>
                    </a:moveTo>
                    <a:lnTo>
                      <a:pt x="1578980" y="0"/>
                    </a:lnTo>
                    <a:cubicBezTo>
                      <a:pt x="1599858" y="0"/>
                      <a:pt x="1619881" y="8294"/>
                      <a:pt x="1634645" y="23057"/>
                    </a:cubicBezTo>
                    <a:cubicBezTo>
                      <a:pt x="1649408" y="37820"/>
                      <a:pt x="1657702" y="57844"/>
                      <a:pt x="1657702" y="78722"/>
                    </a:cubicBezTo>
                    <a:lnTo>
                      <a:pt x="1657702" y="189821"/>
                    </a:lnTo>
                    <a:cubicBezTo>
                      <a:pt x="1657702" y="210699"/>
                      <a:pt x="1649408" y="230723"/>
                      <a:pt x="1634645" y="245486"/>
                    </a:cubicBezTo>
                    <a:cubicBezTo>
                      <a:pt x="1619881" y="260249"/>
                      <a:pt x="1599858" y="268543"/>
                      <a:pt x="1578980" y="268543"/>
                    </a:cubicBezTo>
                    <a:lnTo>
                      <a:pt x="78722" y="268543"/>
                    </a:lnTo>
                    <a:cubicBezTo>
                      <a:pt x="57844" y="268543"/>
                      <a:pt x="37820" y="260249"/>
                      <a:pt x="23057" y="245486"/>
                    </a:cubicBezTo>
                    <a:cubicBezTo>
                      <a:pt x="8294" y="230723"/>
                      <a:pt x="0" y="210699"/>
                      <a:pt x="0" y="189821"/>
                    </a:cubicBezTo>
                    <a:lnTo>
                      <a:pt x="0" y="78722"/>
                    </a:lnTo>
                    <a:cubicBezTo>
                      <a:pt x="0" y="57844"/>
                      <a:pt x="8294" y="37820"/>
                      <a:pt x="23057" y="23057"/>
                    </a:cubicBezTo>
                    <a:cubicBezTo>
                      <a:pt x="37820" y="8294"/>
                      <a:pt x="57844" y="0"/>
                      <a:pt x="7872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F6886">
                      <a:alpha val="100000"/>
                    </a:srgbClr>
                  </a:gs>
                  <a:gs pos="100000">
                    <a:srgbClr val="11172B">
                      <a:alpha val="0"/>
                    </a:srgbClr>
                  </a:gs>
                </a:gsLst>
                <a:lin ang="2700000"/>
              </a:gradFill>
              <a:ln w="19050" cap="rnd">
                <a:solidFill>
                  <a:srgbClr val="DADCE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4" name="TextBox 17">
                <a:extLst>
                  <a:ext uri="{FF2B5EF4-FFF2-40B4-BE49-F238E27FC236}">
                    <a16:creationId xmlns:a16="http://schemas.microsoft.com/office/drawing/2014/main" id="{7DD5034A-2042-6F00-9618-9E4C0BE93AA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57702" cy="3066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9" name="Group 15">
              <a:extLst>
                <a:ext uri="{FF2B5EF4-FFF2-40B4-BE49-F238E27FC236}">
                  <a16:creationId xmlns:a16="http://schemas.microsoft.com/office/drawing/2014/main" id="{00B64858-BFBA-C453-5526-8F55EB6FB1CB}"/>
                </a:ext>
              </a:extLst>
            </p:cNvPr>
            <p:cNvGrpSpPr/>
            <p:nvPr/>
          </p:nvGrpSpPr>
          <p:grpSpPr>
            <a:xfrm>
              <a:off x="3718582" y="9386936"/>
              <a:ext cx="9174429" cy="2566924"/>
              <a:chOff x="0" y="-38100"/>
              <a:chExt cx="1657702" cy="360964"/>
            </a:xfrm>
          </p:grpSpPr>
          <p:sp>
            <p:nvSpPr>
              <p:cNvPr id="110" name="Freeform 16">
                <a:extLst>
                  <a:ext uri="{FF2B5EF4-FFF2-40B4-BE49-F238E27FC236}">
                    <a16:creationId xmlns:a16="http://schemas.microsoft.com/office/drawing/2014/main" id="{A7AF4C2B-CD63-003C-12CF-BFEEA596862D}"/>
                  </a:ext>
                </a:extLst>
              </p:cNvPr>
              <p:cNvSpPr/>
              <p:nvPr/>
            </p:nvSpPr>
            <p:spPr>
              <a:xfrm>
                <a:off x="0" y="54321"/>
                <a:ext cx="1657702" cy="268543"/>
              </a:xfrm>
              <a:custGeom>
                <a:avLst/>
                <a:gdLst/>
                <a:ahLst/>
                <a:cxnLst/>
                <a:rect l="l" t="t" r="r" b="b"/>
                <a:pathLst>
                  <a:path w="1657702" h="268543">
                    <a:moveTo>
                      <a:pt x="78722" y="0"/>
                    </a:moveTo>
                    <a:lnTo>
                      <a:pt x="1578980" y="0"/>
                    </a:lnTo>
                    <a:cubicBezTo>
                      <a:pt x="1599858" y="0"/>
                      <a:pt x="1619881" y="8294"/>
                      <a:pt x="1634645" y="23057"/>
                    </a:cubicBezTo>
                    <a:cubicBezTo>
                      <a:pt x="1649408" y="37820"/>
                      <a:pt x="1657702" y="57844"/>
                      <a:pt x="1657702" y="78722"/>
                    </a:cubicBezTo>
                    <a:lnTo>
                      <a:pt x="1657702" y="189821"/>
                    </a:lnTo>
                    <a:cubicBezTo>
                      <a:pt x="1657702" y="210699"/>
                      <a:pt x="1649408" y="230723"/>
                      <a:pt x="1634645" y="245486"/>
                    </a:cubicBezTo>
                    <a:cubicBezTo>
                      <a:pt x="1619881" y="260249"/>
                      <a:pt x="1599858" y="268543"/>
                      <a:pt x="1578980" y="268543"/>
                    </a:cubicBezTo>
                    <a:lnTo>
                      <a:pt x="78722" y="268543"/>
                    </a:lnTo>
                    <a:cubicBezTo>
                      <a:pt x="57844" y="268543"/>
                      <a:pt x="37820" y="260249"/>
                      <a:pt x="23057" y="245486"/>
                    </a:cubicBezTo>
                    <a:cubicBezTo>
                      <a:pt x="8294" y="230723"/>
                      <a:pt x="0" y="210699"/>
                      <a:pt x="0" y="189821"/>
                    </a:cubicBezTo>
                    <a:lnTo>
                      <a:pt x="0" y="78722"/>
                    </a:lnTo>
                    <a:cubicBezTo>
                      <a:pt x="0" y="57844"/>
                      <a:pt x="8294" y="37820"/>
                      <a:pt x="23057" y="23057"/>
                    </a:cubicBezTo>
                    <a:cubicBezTo>
                      <a:pt x="37820" y="8294"/>
                      <a:pt x="57844" y="0"/>
                      <a:pt x="7872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F6886">
                      <a:alpha val="100000"/>
                    </a:srgbClr>
                  </a:gs>
                  <a:gs pos="100000">
                    <a:srgbClr val="11172B">
                      <a:alpha val="0"/>
                    </a:srgbClr>
                  </a:gs>
                </a:gsLst>
                <a:lin ang="2700000"/>
              </a:gradFill>
              <a:ln w="19050" cap="rnd">
                <a:solidFill>
                  <a:srgbClr val="DADCE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1" name="TextBox 17">
                <a:extLst>
                  <a:ext uri="{FF2B5EF4-FFF2-40B4-BE49-F238E27FC236}">
                    <a16:creationId xmlns:a16="http://schemas.microsoft.com/office/drawing/2014/main" id="{536DA443-B252-61C1-D8CC-AD185F3CB59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57702" cy="3066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5" name="TextBox 17">
            <a:extLst>
              <a:ext uri="{FF2B5EF4-FFF2-40B4-BE49-F238E27FC236}">
                <a16:creationId xmlns:a16="http://schemas.microsoft.com/office/drawing/2014/main" id="{C00E3BE1-6327-2EE1-B945-2D45AB599DF8}"/>
              </a:ext>
            </a:extLst>
          </p:cNvPr>
          <p:cNvSpPr txBox="1"/>
          <p:nvPr/>
        </p:nvSpPr>
        <p:spPr>
          <a:xfrm>
            <a:off x="14098350" y="-798580"/>
            <a:ext cx="9171432" cy="144475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F6A2DF-B898-5B88-CF37-E02B47F84643}"/>
              </a:ext>
            </a:extLst>
          </p:cNvPr>
          <p:cNvSpPr/>
          <p:nvPr/>
        </p:nvSpPr>
        <p:spPr>
          <a:xfrm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19FC69-E9E0-E09C-48FB-BFCD793F597F}"/>
              </a:ext>
            </a:extLst>
          </p:cNvPr>
          <p:cNvSpPr/>
          <p:nvPr/>
        </p:nvSpPr>
        <p:spPr>
          <a:xfrm rot="5400000"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5A600B0C-88B9-D5FA-2426-96D32A1AD878}"/>
              </a:ext>
            </a:extLst>
          </p:cNvPr>
          <p:cNvSpPr txBox="1"/>
          <p:nvPr/>
        </p:nvSpPr>
        <p:spPr>
          <a:xfrm>
            <a:off x="2235907" y="3235846"/>
            <a:ext cx="1782355" cy="42992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400748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65052-148D-B637-AF35-63A62BFB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41258757-5CBE-8133-2312-0933CD3B0897}"/>
              </a:ext>
            </a:extLst>
          </p:cNvPr>
          <p:cNvSpPr/>
          <p:nvPr/>
        </p:nvSpPr>
        <p:spPr>
          <a:xfrm>
            <a:off x="6675171" y="2080348"/>
            <a:ext cx="11384229" cy="8020735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2775BAC2-BEBE-D55E-8158-74531FD4EE52}"/>
              </a:ext>
            </a:extLst>
          </p:cNvPr>
          <p:cNvGrpSpPr/>
          <p:nvPr/>
        </p:nvGrpSpPr>
        <p:grpSpPr>
          <a:xfrm>
            <a:off x="4838733" y="138436"/>
            <a:ext cx="9171432" cy="1444752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F4656BE-6163-09F4-4E9D-8059CF168E24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1C420DB4-AA7F-D8B3-BF9D-5921C36C948C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">
            <a:extLst>
              <a:ext uri="{FF2B5EF4-FFF2-40B4-BE49-F238E27FC236}">
                <a16:creationId xmlns:a16="http://schemas.microsoft.com/office/drawing/2014/main" id="{DE36F671-8CF0-3155-A03C-8051633A5C36}"/>
              </a:ext>
            </a:extLst>
          </p:cNvPr>
          <p:cNvSpPr txBox="1"/>
          <p:nvPr/>
        </p:nvSpPr>
        <p:spPr>
          <a:xfrm>
            <a:off x="7214649" y="359212"/>
            <a:ext cx="4419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FCBB5FDE-5666-2EDD-B90E-7CDC283073AA}"/>
              </a:ext>
            </a:extLst>
          </p:cNvPr>
          <p:cNvSpPr txBox="1"/>
          <p:nvPr/>
        </p:nvSpPr>
        <p:spPr>
          <a:xfrm>
            <a:off x="6966698" y="2005638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5" name="TextBox 5">
            <a:extLst>
              <a:ext uri="{FF2B5EF4-FFF2-40B4-BE49-F238E27FC236}">
                <a16:creationId xmlns:a16="http://schemas.microsoft.com/office/drawing/2014/main" id="{F3D5424C-AC37-3346-7F70-41818AA504B5}"/>
              </a:ext>
            </a:extLst>
          </p:cNvPr>
          <p:cNvSpPr txBox="1"/>
          <p:nvPr/>
        </p:nvSpPr>
        <p:spPr>
          <a:xfrm>
            <a:off x="3914885" y="10372025"/>
            <a:ext cx="8295617" cy="1909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4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(TNHS)</a:t>
            </a:r>
            <a:endParaRPr lang="en-US" sz="44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8E96974-6068-30F3-25B7-1DFA2C9E5B7F}"/>
              </a:ext>
            </a:extLst>
          </p:cNvPr>
          <p:cNvGrpSpPr/>
          <p:nvPr/>
        </p:nvGrpSpPr>
        <p:grpSpPr>
          <a:xfrm>
            <a:off x="3187182" y="9984559"/>
            <a:ext cx="9174431" cy="2536279"/>
            <a:chOff x="3718582" y="9386936"/>
            <a:chExt cx="9174431" cy="2536279"/>
          </a:xfrm>
        </p:grpSpPr>
        <p:grpSp>
          <p:nvGrpSpPr>
            <p:cNvPr id="102" name="Group 15">
              <a:extLst>
                <a:ext uri="{FF2B5EF4-FFF2-40B4-BE49-F238E27FC236}">
                  <a16:creationId xmlns:a16="http://schemas.microsoft.com/office/drawing/2014/main" id="{535B3556-E5B2-BC1C-135C-89DECDC800B8}"/>
                </a:ext>
              </a:extLst>
            </p:cNvPr>
            <p:cNvGrpSpPr/>
            <p:nvPr/>
          </p:nvGrpSpPr>
          <p:grpSpPr>
            <a:xfrm>
              <a:off x="3718584" y="10013525"/>
              <a:ext cx="9174429" cy="1909690"/>
              <a:chOff x="0" y="0"/>
              <a:chExt cx="1657702" cy="268543"/>
            </a:xfrm>
          </p:grpSpPr>
          <p:sp>
            <p:nvSpPr>
              <p:cNvPr id="103" name="Freeform 16">
                <a:extLst>
                  <a:ext uri="{FF2B5EF4-FFF2-40B4-BE49-F238E27FC236}">
                    <a16:creationId xmlns:a16="http://schemas.microsoft.com/office/drawing/2014/main" id="{DFF147F5-9C29-F148-3F0F-9F6F9245429B}"/>
                  </a:ext>
                </a:extLst>
              </p:cNvPr>
              <p:cNvSpPr/>
              <p:nvPr/>
            </p:nvSpPr>
            <p:spPr>
              <a:xfrm>
                <a:off x="0" y="0"/>
                <a:ext cx="1657702" cy="268543"/>
              </a:xfrm>
              <a:custGeom>
                <a:avLst/>
                <a:gdLst/>
                <a:ahLst/>
                <a:cxnLst/>
                <a:rect l="l" t="t" r="r" b="b"/>
                <a:pathLst>
                  <a:path w="1657702" h="268543">
                    <a:moveTo>
                      <a:pt x="78722" y="0"/>
                    </a:moveTo>
                    <a:lnTo>
                      <a:pt x="1578980" y="0"/>
                    </a:lnTo>
                    <a:cubicBezTo>
                      <a:pt x="1599858" y="0"/>
                      <a:pt x="1619881" y="8294"/>
                      <a:pt x="1634645" y="23057"/>
                    </a:cubicBezTo>
                    <a:cubicBezTo>
                      <a:pt x="1649408" y="37820"/>
                      <a:pt x="1657702" y="57844"/>
                      <a:pt x="1657702" y="78722"/>
                    </a:cubicBezTo>
                    <a:lnTo>
                      <a:pt x="1657702" y="189821"/>
                    </a:lnTo>
                    <a:cubicBezTo>
                      <a:pt x="1657702" y="210699"/>
                      <a:pt x="1649408" y="230723"/>
                      <a:pt x="1634645" y="245486"/>
                    </a:cubicBezTo>
                    <a:cubicBezTo>
                      <a:pt x="1619881" y="260249"/>
                      <a:pt x="1599858" y="268543"/>
                      <a:pt x="1578980" y="268543"/>
                    </a:cubicBezTo>
                    <a:lnTo>
                      <a:pt x="78722" y="268543"/>
                    </a:lnTo>
                    <a:cubicBezTo>
                      <a:pt x="57844" y="268543"/>
                      <a:pt x="37820" y="260249"/>
                      <a:pt x="23057" y="245486"/>
                    </a:cubicBezTo>
                    <a:cubicBezTo>
                      <a:pt x="8294" y="230723"/>
                      <a:pt x="0" y="210699"/>
                      <a:pt x="0" y="189821"/>
                    </a:cubicBezTo>
                    <a:lnTo>
                      <a:pt x="0" y="78722"/>
                    </a:lnTo>
                    <a:cubicBezTo>
                      <a:pt x="0" y="57844"/>
                      <a:pt x="8294" y="37820"/>
                      <a:pt x="23057" y="23057"/>
                    </a:cubicBezTo>
                    <a:cubicBezTo>
                      <a:pt x="37820" y="8294"/>
                      <a:pt x="57844" y="0"/>
                      <a:pt x="7872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F6886">
                      <a:alpha val="100000"/>
                    </a:srgbClr>
                  </a:gs>
                  <a:gs pos="100000">
                    <a:srgbClr val="11172B">
                      <a:alpha val="0"/>
                    </a:srgbClr>
                  </a:gs>
                </a:gsLst>
                <a:lin ang="2700000"/>
              </a:gradFill>
              <a:ln w="19050" cap="rnd">
                <a:solidFill>
                  <a:srgbClr val="DADCE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4" name="TextBox 17">
                <a:extLst>
                  <a:ext uri="{FF2B5EF4-FFF2-40B4-BE49-F238E27FC236}">
                    <a16:creationId xmlns:a16="http://schemas.microsoft.com/office/drawing/2014/main" id="{4AB5E90B-AD8B-791E-29F3-74DBCA12C4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57702" cy="3066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1" name="TextBox 17">
              <a:extLst>
                <a:ext uri="{FF2B5EF4-FFF2-40B4-BE49-F238E27FC236}">
                  <a16:creationId xmlns:a16="http://schemas.microsoft.com/office/drawing/2014/main" id="{45D3DC84-7BA3-395B-2F6C-A88563A85402}"/>
                </a:ext>
              </a:extLst>
            </p:cNvPr>
            <p:cNvSpPr txBox="1"/>
            <p:nvPr/>
          </p:nvSpPr>
          <p:spPr>
            <a:xfrm>
              <a:off x="3718582" y="9386936"/>
              <a:ext cx="9174429" cy="2180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17">
            <a:extLst>
              <a:ext uri="{FF2B5EF4-FFF2-40B4-BE49-F238E27FC236}">
                <a16:creationId xmlns:a16="http://schemas.microsoft.com/office/drawing/2014/main" id="{10D32B38-8BD3-BFFB-BD50-B75F664727E9}"/>
              </a:ext>
            </a:extLst>
          </p:cNvPr>
          <p:cNvSpPr txBox="1"/>
          <p:nvPr/>
        </p:nvSpPr>
        <p:spPr>
          <a:xfrm>
            <a:off x="7068871" y="965546"/>
            <a:ext cx="9171432" cy="144475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A2B5A1-7178-C681-F655-C8962877CE52}"/>
              </a:ext>
            </a:extLst>
          </p:cNvPr>
          <p:cNvSpPr/>
          <p:nvPr/>
        </p:nvSpPr>
        <p:spPr>
          <a:xfrm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5A49DC-22E1-77AC-283D-1E11DC803A39}"/>
              </a:ext>
            </a:extLst>
          </p:cNvPr>
          <p:cNvSpPr/>
          <p:nvPr/>
        </p:nvSpPr>
        <p:spPr>
          <a:xfrm rot="5400000"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6C59C9B1-96D6-3DFB-EA20-FB7AB84AE352}"/>
              </a:ext>
            </a:extLst>
          </p:cNvPr>
          <p:cNvSpPr txBox="1"/>
          <p:nvPr/>
        </p:nvSpPr>
        <p:spPr>
          <a:xfrm>
            <a:off x="2235907" y="3235846"/>
            <a:ext cx="1782355" cy="42992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62C2-1C76-F0E6-45D4-DEDE83D3F84C}"/>
              </a:ext>
            </a:extLst>
          </p:cNvPr>
          <p:cNvSpPr txBox="1"/>
          <p:nvPr/>
        </p:nvSpPr>
        <p:spPr>
          <a:xfrm>
            <a:off x="7068871" y="2960325"/>
            <a:ext cx="10616151" cy="6963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đe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dọa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</a:rPr>
              <a:t>Tính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có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lỗi</a:t>
            </a:r>
            <a:r>
              <a:rPr lang="en-US" sz="3600" dirty="0">
                <a:solidFill>
                  <a:schemeClr val="bg1"/>
                </a:solidFill>
              </a:rPr>
              <a:t>: </a:t>
            </a:r>
            <a:r>
              <a:rPr lang="en-US" sz="3600" dirty="0" err="1">
                <a:solidFill>
                  <a:schemeClr val="bg1"/>
                </a:solidFill>
              </a:rPr>
              <a:t>Chủ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thể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thực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hiện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hành</a:t>
            </a:r>
            <a:r>
              <a:rPr lang="en-US" sz="3600" dirty="0">
                <a:solidFill>
                  <a:schemeClr val="bg1"/>
                </a:solidFill>
              </a:rPr>
              <a:t> vi </a:t>
            </a:r>
            <a:r>
              <a:rPr lang="en-US" sz="3600" dirty="0" err="1">
                <a:solidFill>
                  <a:schemeClr val="bg1"/>
                </a:solidFill>
              </a:rPr>
              <a:t>với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lỗi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cố</a:t>
            </a:r>
            <a:r>
              <a:rPr lang="en-US" sz="3600" dirty="0">
                <a:solidFill>
                  <a:schemeClr val="bg1"/>
                </a:solidFill>
              </a:rPr>
              <a:t> ý </a:t>
            </a:r>
            <a:r>
              <a:rPr lang="en-US" sz="3600" dirty="0" err="1">
                <a:solidFill>
                  <a:schemeClr val="bg1"/>
                </a:solidFill>
              </a:rPr>
              <a:t>hoặc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vô</a:t>
            </a:r>
            <a:r>
              <a:rPr lang="en-US" sz="3600" dirty="0">
                <a:solidFill>
                  <a:schemeClr val="bg1"/>
                </a:solidFill>
              </a:rPr>
              <a:t> ý </a:t>
            </a:r>
            <a:r>
              <a:rPr lang="en-US" sz="3600" dirty="0" err="1">
                <a:solidFill>
                  <a:schemeClr val="bg1"/>
                </a:solidFill>
              </a:rPr>
              <a:t>và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có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khả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năng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lựa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chọn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cách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xử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sự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đúng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pháp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luật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  <a:p>
            <a:pPr marL="457200" indent="-4572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</a:rPr>
              <a:t>Tính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trái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pháp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luật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hình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sự</a:t>
            </a:r>
            <a:r>
              <a:rPr lang="en-US" sz="3600" dirty="0">
                <a:solidFill>
                  <a:schemeClr val="bg1"/>
                </a:solidFill>
              </a:rPr>
              <a:t>: </a:t>
            </a:r>
            <a:r>
              <a:rPr lang="en-US" sz="3600" dirty="0" err="1">
                <a:solidFill>
                  <a:schemeClr val="bg1"/>
                </a:solidFill>
              </a:rPr>
              <a:t>Hành</a:t>
            </a:r>
            <a:r>
              <a:rPr lang="en-US" sz="3600" dirty="0">
                <a:solidFill>
                  <a:schemeClr val="bg1"/>
                </a:solidFill>
              </a:rPr>
              <a:t> vi </a:t>
            </a:r>
            <a:r>
              <a:rPr lang="en-US" sz="3600" dirty="0" err="1">
                <a:solidFill>
                  <a:schemeClr val="bg1"/>
                </a:solidFill>
              </a:rPr>
              <a:t>chỉ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bị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coi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là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tội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phạm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khi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được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quy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định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trong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Bộ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luật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Hình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sự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  <a:p>
            <a:pPr marL="457200" indent="-4572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</a:rPr>
              <a:t>Tính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phải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chịu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hình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phạt</a:t>
            </a:r>
            <a:r>
              <a:rPr lang="en-US" sz="3600" dirty="0">
                <a:solidFill>
                  <a:schemeClr val="bg1"/>
                </a:solidFill>
              </a:rPr>
              <a:t>: </a:t>
            </a:r>
            <a:r>
              <a:rPr lang="en-US" sz="3600" dirty="0" err="1">
                <a:solidFill>
                  <a:schemeClr val="bg1"/>
                </a:solidFill>
              </a:rPr>
              <a:t>Người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phạm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tội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phải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chịu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hình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phạt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theo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quy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định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của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pháp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luật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375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6BE45-B2A3-5EE7-7067-5D2C058B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16">
            <a:extLst>
              <a:ext uri="{FF2B5EF4-FFF2-40B4-BE49-F238E27FC236}">
                <a16:creationId xmlns:a16="http://schemas.microsoft.com/office/drawing/2014/main" id="{54CB8892-E180-A9D1-7CC4-1FEF1A063F49}"/>
              </a:ext>
            </a:extLst>
          </p:cNvPr>
          <p:cNvSpPr/>
          <p:nvPr/>
        </p:nvSpPr>
        <p:spPr>
          <a:xfrm>
            <a:off x="6624995" y="4341052"/>
            <a:ext cx="9174429" cy="190969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D9C74928-6A47-EEC2-2F01-49672A4F3A51}"/>
              </a:ext>
            </a:extLst>
          </p:cNvPr>
          <p:cNvSpPr/>
          <p:nvPr/>
        </p:nvSpPr>
        <p:spPr>
          <a:xfrm>
            <a:off x="4953000" y="340444"/>
            <a:ext cx="9171432" cy="144475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877A081-ACD2-96AE-49EB-2E8EBA545208}"/>
              </a:ext>
            </a:extLst>
          </p:cNvPr>
          <p:cNvSpPr/>
          <p:nvPr/>
        </p:nvSpPr>
        <p:spPr>
          <a:xfrm>
            <a:off x="1854907" y="-1590566"/>
            <a:ext cx="381000" cy="381000"/>
          </a:xfrm>
          <a:prstGeom prst="ellipse">
            <a:avLst/>
          </a:prstGeom>
          <a:solidFill>
            <a:srgbClr val="5F6886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DC3C1EE2-92DA-F7BF-C35D-69814B29A214}"/>
              </a:ext>
            </a:extLst>
          </p:cNvPr>
          <p:cNvGrpSpPr/>
          <p:nvPr/>
        </p:nvGrpSpPr>
        <p:grpSpPr>
          <a:xfrm>
            <a:off x="2865878" y="-2155730"/>
            <a:ext cx="9171432" cy="1444752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7E61B741-75DE-F8CB-4A0A-A9A74B5B50D0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61B3708D-9604-6C86-A1BB-6C96CA4ECCB1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">
            <a:extLst>
              <a:ext uri="{FF2B5EF4-FFF2-40B4-BE49-F238E27FC236}">
                <a16:creationId xmlns:a16="http://schemas.microsoft.com/office/drawing/2014/main" id="{22E6BB9D-46DB-9119-F838-E1CEC648B21B}"/>
              </a:ext>
            </a:extLst>
          </p:cNvPr>
          <p:cNvSpPr txBox="1"/>
          <p:nvPr/>
        </p:nvSpPr>
        <p:spPr>
          <a:xfrm>
            <a:off x="5241794" y="-1934954"/>
            <a:ext cx="4419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CFD74073-5D98-1FB0-375E-4CF601C1E549}"/>
              </a:ext>
            </a:extLst>
          </p:cNvPr>
          <p:cNvSpPr txBox="1"/>
          <p:nvPr/>
        </p:nvSpPr>
        <p:spPr>
          <a:xfrm>
            <a:off x="6052225" y="563717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5" name="TextBox 5">
            <a:extLst>
              <a:ext uri="{FF2B5EF4-FFF2-40B4-BE49-F238E27FC236}">
                <a16:creationId xmlns:a16="http://schemas.microsoft.com/office/drawing/2014/main" id="{8C6CDE9A-F1D5-50BA-8856-14735E5AEAEA}"/>
              </a:ext>
            </a:extLst>
          </p:cNvPr>
          <p:cNvSpPr txBox="1"/>
          <p:nvPr/>
        </p:nvSpPr>
        <p:spPr>
          <a:xfrm>
            <a:off x="6954537" y="4289022"/>
            <a:ext cx="8295617" cy="1909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CEDCEDAD-EC08-5CF3-A0C8-8C3FF4AD7388}"/>
              </a:ext>
            </a:extLst>
          </p:cNvPr>
          <p:cNvSpPr txBox="1"/>
          <p:nvPr/>
        </p:nvSpPr>
        <p:spPr>
          <a:xfrm>
            <a:off x="6515132" y="3662433"/>
            <a:ext cx="9174429" cy="218063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C638AD1A-8074-AB73-F486-D7F4BBF00C1D}"/>
              </a:ext>
            </a:extLst>
          </p:cNvPr>
          <p:cNvSpPr txBox="1"/>
          <p:nvPr/>
        </p:nvSpPr>
        <p:spPr>
          <a:xfrm>
            <a:off x="5346700" y="-774358"/>
            <a:ext cx="9171432" cy="144475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E54DA5-032A-CF97-D88D-D75352A717CF}"/>
              </a:ext>
            </a:extLst>
          </p:cNvPr>
          <p:cNvSpPr/>
          <p:nvPr/>
        </p:nvSpPr>
        <p:spPr>
          <a:xfrm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7713AE6-64E4-AEDB-AE10-41C2C1BD538E}"/>
              </a:ext>
            </a:extLst>
          </p:cNvPr>
          <p:cNvSpPr/>
          <p:nvPr/>
        </p:nvSpPr>
        <p:spPr>
          <a:xfrm rot="5400000"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47A4E81B-F431-0E76-B121-20B2D4C341F8}"/>
              </a:ext>
            </a:extLst>
          </p:cNvPr>
          <p:cNvSpPr txBox="1"/>
          <p:nvPr/>
        </p:nvSpPr>
        <p:spPr>
          <a:xfrm>
            <a:off x="2235907" y="3235846"/>
            <a:ext cx="1782355" cy="42992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3806859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CBB26-1313-8829-8EC2-2DB4C74E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16">
            <a:extLst>
              <a:ext uri="{FF2B5EF4-FFF2-40B4-BE49-F238E27FC236}">
                <a16:creationId xmlns:a16="http://schemas.microsoft.com/office/drawing/2014/main" id="{C784E2CE-454A-3754-DC3D-5FE3A4A8D887}"/>
              </a:ext>
            </a:extLst>
          </p:cNvPr>
          <p:cNvSpPr/>
          <p:nvPr/>
        </p:nvSpPr>
        <p:spPr>
          <a:xfrm>
            <a:off x="6515131" y="2400299"/>
            <a:ext cx="11315669" cy="7322983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06E75AE5-209F-7169-B773-0152CFBF7308}"/>
              </a:ext>
            </a:extLst>
          </p:cNvPr>
          <p:cNvSpPr/>
          <p:nvPr/>
        </p:nvSpPr>
        <p:spPr>
          <a:xfrm>
            <a:off x="4953000" y="340444"/>
            <a:ext cx="9171432" cy="144475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9B4C27F-FFB9-BDB9-C284-3CC02C4B1964}"/>
              </a:ext>
            </a:extLst>
          </p:cNvPr>
          <p:cNvSpPr/>
          <p:nvPr/>
        </p:nvSpPr>
        <p:spPr>
          <a:xfrm>
            <a:off x="1854907" y="-1590566"/>
            <a:ext cx="381000" cy="381000"/>
          </a:xfrm>
          <a:prstGeom prst="ellipse">
            <a:avLst/>
          </a:prstGeom>
          <a:solidFill>
            <a:srgbClr val="5F6886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54E3145C-3EC0-46DB-1997-E4EFB33C2AE2}"/>
              </a:ext>
            </a:extLst>
          </p:cNvPr>
          <p:cNvGrpSpPr/>
          <p:nvPr/>
        </p:nvGrpSpPr>
        <p:grpSpPr>
          <a:xfrm>
            <a:off x="2865878" y="-2155730"/>
            <a:ext cx="9171432" cy="1444752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1688F43C-65B4-5E62-F579-F31513AEAD35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955F8F41-D44E-96D0-5B49-1F2231E2BD0B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">
            <a:extLst>
              <a:ext uri="{FF2B5EF4-FFF2-40B4-BE49-F238E27FC236}">
                <a16:creationId xmlns:a16="http://schemas.microsoft.com/office/drawing/2014/main" id="{F0F60F2A-2699-E34D-E496-B7D1805C6F3F}"/>
              </a:ext>
            </a:extLst>
          </p:cNvPr>
          <p:cNvSpPr txBox="1"/>
          <p:nvPr/>
        </p:nvSpPr>
        <p:spPr>
          <a:xfrm>
            <a:off x="5241794" y="-1934954"/>
            <a:ext cx="4419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8539420D-D6A5-997B-9E37-72BC6A4BB723}"/>
              </a:ext>
            </a:extLst>
          </p:cNvPr>
          <p:cNvSpPr txBox="1"/>
          <p:nvPr/>
        </p:nvSpPr>
        <p:spPr>
          <a:xfrm>
            <a:off x="6052225" y="563717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5" name="TextBox 5">
            <a:extLst>
              <a:ext uri="{FF2B5EF4-FFF2-40B4-BE49-F238E27FC236}">
                <a16:creationId xmlns:a16="http://schemas.microsoft.com/office/drawing/2014/main" id="{AEAD55A8-B11C-DB16-ACDC-2DE3B5ED80C5}"/>
              </a:ext>
            </a:extLst>
          </p:cNvPr>
          <p:cNvSpPr txBox="1"/>
          <p:nvPr/>
        </p:nvSpPr>
        <p:spPr>
          <a:xfrm>
            <a:off x="7162800" y="2490451"/>
            <a:ext cx="9753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149BE140-F5F3-7733-EF03-95CFA62F1414}"/>
              </a:ext>
            </a:extLst>
          </p:cNvPr>
          <p:cNvSpPr txBox="1"/>
          <p:nvPr/>
        </p:nvSpPr>
        <p:spPr>
          <a:xfrm>
            <a:off x="6515132" y="3662433"/>
            <a:ext cx="9174429" cy="218063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5DFD54BC-0A50-5591-86B8-18078F2287B8}"/>
              </a:ext>
            </a:extLst>
          </p:cNvPr>
          <p:cNvSpPr txBox="1"/>
          <p:nvPr/>
        </p:nvSpPr>
        <p:spPr>
          <a:xfrm>
            <a:off x="5346700" y="-774358"/>
            <a:ext cx="9171432" cy="144475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F284AF-1566-DC27-A96B-1F92AF0D62DF}"/>
              </a:ext>
            </a:extLst>
          </p:cNvPr>
          <p:cNvSpPr/>
          <p:nvPr/>
        </p:nvSpPr>
        <p:spPr>
          <a:xfrm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BFE4015-5AD5-21C4-6887-5AC3F13EE711}"/>
              </a:ext>
            </a:extLst>
          </p:cNvPr>
          <p:cNvSpPr/>
          <p:nvPr/>
        </p:nvSpPr>
        <p:spPr>
          <a:xfrm rot="5400000"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2EA206BB-0115-D7F1-6351-A387C4736981}"/>
              </a:ext>
            </a:extLst>
          </p:cNvPr>
          <p:cNvSpPr txBox="1"/>
          <p:nvPr/>
        </p:nvSpPr>
        <p:spPr>
          <a:xfrm>
            <a:off x="2235907" y="3235846"/>
            <a:ext cx="1782355" cy="42992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933E40-02C1-CFF0-D107-B26CB67CD462}"/>
              </a:ext>
            </a:extLst>
          </p:cNvPr>
          <p:cNvSpPr txBox="1"/>
          <p:nvPr/>
        </p:nvSpPr>
        <p:spPr>
          <a:xfrm>
            <a:off x="7162800" y="3515101"/>
            <a:ext cx="10363200" cy="5809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tuổi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TNHS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14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tuổi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TNHS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12 BLHS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TNHS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giết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123)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cướp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168).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B15A411C-305E-7F5C-853B-CF6343AB1447}"/>
              </a:ext>
            </a:extLst>
          </p:cNvPr>
          <p:cNvSpPr/>
          <p:nvPr/>
        </p:nvSpPr>
        <p:spPr>
          <a:xfrm>
            <a:off x="3429000" y="10651817"/>
            <a:ext cx="9171432" cy="144475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1C7B05-E6DE-D366-B421-D5B71F634027}"/>
              </a:ext>
            </a:extLst>
          </p:cNvPr>
          <p:cNvSpPr/>
          <p:nvPr/>
        </p:nvSpPr>
        <p:spPr>
          <a:xfrm>
            <a:off x="2511195" y="11276919"/>
            <a:ext cx="381000" cy="381000"/>
          </a:xfrm>
          <a:prstGeom prst="ellipse">
            <a:avLst/>
          </a:prstGeom>
          <a:solidFill>
            <a:srgbClr val="5F6886">
              <a:alpha val="50000"/>
            </a:srgbClr>
          </a:soli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BE9CE629-15C5-FE6A-24A2-5BDC66A2FD8F}"/>
              </a:ext>
            </a:extLst>
          </p:cNvPr>
          <p:cNvSpPr txBox="1"/>
          <p:nvPr/>
        </p:nvSpPr>
        <p:spPr>
          <a:xfrm>
            <a:off x="4528225" y="1087509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2910376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FFDD4-6524-E5C0-2FC3-54299C14A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16">
            <a:extLst>
              <a:ext uri="{FF2B5EF4-FFF2-40B4-BE49-F238E27FC236}">
                <a16:creationId xmlns:a16="http://schemas.microsoft.com/office/drawing/2014/main" id="{FD1BC863-0E2D-8E37-247C-15138478DA69}"/>
              </a:ext>
            </a:extLst>
          </p:cNvPr>
          <p:cNvSpPr/>
          <p:nvPr/>
        </p:nvSpPr>
        <p:spPr>
          <a:xfrm>
            <a:off x="6515131" y="2400299"/>
            <a:ext cx="11315669" cy="5791201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F847B7B-FF2A-2153-68F0-D2857B89551C}"/>
              </a:ext>
            </a:extLst>
          </p:cNvPr>
          <p:cNvSpPr/>
          <p:nvPr/>
        </p:nvSpPr>
        <p:spPr>
          <a:xfrm>
            <a:off x="4953000" y="340444"/>
            <a:ext cx="9171432" cy="144475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AF9F346-89D3-D373-9037-500A6299F0B6}"/>
              </a:ext>
            </a:extLst>
          </p:cNvPr>
          <p:cNvSpPr/>
          <p:nvPr/>
        </p:nvSpPr>
        <p:spPr>
          <a:xfrm>
            <a:off x="1854907" y="-1590566"/>
            <a:ext cx="381000" cy="381000"/>
          </a:xfrm>
          <a:prstGeom prst="ellipse">
            <a:avLst/>
          </a:prstGeom>
          <a:solidFill>
            <a:srgbClr val="5F6886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224E24FC-19BC-8C74-34DF-CF5A1053CD8F}"/>
              </a:ext>
            </a:extLst>
          </p:cNvPr>
          <p:cNvGrpSpPr/>
          <p:nvPr/>
        </p:nvGrpSpPr>
        <p:grpSpPr>
          <a:xfrm>
            <a:off x="2865878" y="-2155730"/>
            <a:ext cx="9171432" cy="1444752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2D935B58-71F1-4569-2649-5D20EC623A42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B595A0A6-8F01-3575-BF41-7217EEDE7999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">
            <a:extLst>
              <a:ext uri="{FF2B5EF4-FFF2-40B4-BE49-F238E27FC236}">
                <a16:creationId xmlns:a16="http://schemas.microsoft.com/office/drawing/2014/main" id="{09F10D89-5FD7-D3FC-4F97-15CA0EE786E3}"/>
              </a:ext>
            </a:extLst>
          </p:cNvPr>
          <p:cNvSpPr txBox="1"/>
          <p:nvPr/>
        </p:nvSpPr>
        <p:spPr>
          <a:xfrm>
            <a:off x="5241794" y="-1934954"/>
            <a:ext cx="4419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6D201ECD-5272-987C-9BF9-D290BA933CF7}"/>
              </a:ext>
            </a:extLst>
          </p:cNvPr>
          <p:cNvSpPr txBox="1"/>
          <p:nvPr/>
        </p:nvSpPr>
        <p:spPr>
          <a:xfrm>
            <a:off x="6052225" y="563717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5" name="TextBox 5">
            <a:extLst>
              <a:ext uri="{FF2B5EF4-FFF2-40B4-BE49-F238E27FC236}">
                <a16:creationId xmlns:a16="http://schemas.microsoft.com/office/drawing/2014/main" id="{D190F0F9-D269-CE41-B8BF-71E591727E86}"/>
              </a:ext>
            </a:extLst>
          </p:cNvPr>
          <p:cNvSpPr txBox="1"/>
          <p:nvPr/>
        </p:nvSpPr>
        <p:spPr>
          <a:xfrm>
            <a:off x="7162800" y="2490451"/>
            <a:ext cx="9753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11" name="TextBox 17">
            <a:extLst>
              <a:ext uri="{FF2B5EF4-FFF2-40B4-BE49-F238E27FC236}">
                <a16:creationId xmlns:a16="http://schemas.microsoft.com/office/drawing/2014/main" id="{78245C48-19CB-7220-04B6-2711D67A5925}"/>
              </a:ext>
            </a:extLst>
          </p:cNvPr>
          <p:cNvSpPr txBox="1"/>
          <p:nvPr/>
        </p:nvSpPr>
        <p:spPr>
          <a:xfrm>
            <a:off x="6515132" y="3662433"/>
            <a:ext cx="9174429" cy="218063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46C08600-5566-AE4A-3DFA-285570E65B77}"/>
              </a:ext>
            </a:extLst>
          </p:cNvPr>
          <p:cNvSpPr txBox="1"/>
          <p:nvPr/>
        </p:nvSpPr>
        <p:spPr>
          <a:xfrm>
            <a:off x="5346700" y="-774358"/>
            <a:ext cx="9171432" cy="144475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B78E6C-2B78-80DA-C18D-FFAA0BC20872}"/>
              </a:ext>
            </a:extLst>
          </p:cNvPr>
          <p:cNvSpPr/>
          <p:nvPr/>
        </p:nvSpPr>
        <p:spPr>
          <a:xfrm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5059B2-0792-5CA4-8430-C4EF420A9E61}"/>
              </a:ext>
            </a:extLst>
          </p:cNvPr>
          <p:cNvSpPr/>
          <p:nvPr/>
        </p:nvSpPr>
        <p:spPr>
          <a:xfrm rot="5400000"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80B3128B-3D99-3BD2-FC49-487932AF1C46}"/>
              </a:ext>
            </a:extLst>
          </p:cNvPr>
          <p:cNvSpPr txBox="1"/>
          <p:nvPr/>
        </p:nvSpPr>
        <p:spPr>
          <a:xfrm>
            <a:off x="2235907" y="3235846"/>
            <a:ext cx="1782355" cy="42992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82A1A8-F8FD-B9AB-56ED-EF02340473C9}"/>
              </a:ext>
            </a:extLst>
          </p:cNvPr>
          <p:cNvSpPr txBox="1"/>
          <p:nvPr/>
        </p:nvSpPr>
        <p:spPr>
          <a:xfrm>
            <a:off x="7162800" y="3515101"/>
            <a:ext cx="10363200" cy="4158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1398D796-A30C-76DA-134E-757F7E3ACA5D}"/>
              </a:ext>
            </a:extLst>
          </p:cNvPr>
          <p:cNvSpPr/>
          <p:nvPr/>
        </p:nvSpPr>
        <p:spPr>
          <a:xfrm>
            <a:off x="4953000" y="9265333"/>
            <a:ext cx="9171432" cy="144475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D5D2B1B5-0DBE-6061-C8F9-ABBE2D0C8583}"/>
              </a:ext>
            </a:extLst>
          </p:cNvPr>
          <p:cNvSpPr txBox="1"/>
          <p:nvPr/>
        </p:nvSpPr>
        <p:spPr>
          <a:xfrm>
            <a:off x="6052225" y="948860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3557306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D0DF4-9865-BC03-C40E-A1BA7173E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16">
            <a:extLst>
              <a:ext uri="{FF2B5EF4-FFF2-40B4-BE49-F238E27FC236}">
                <a16:creationId xmlns:a16="http://schemas.microsoft.com/office/drawing/2014/main" id="{7F40165D-5874-5BAE-5AE9-ADB874D7C95B}"/>
              </a:ext>
            </a:extLst>
          </p:cNvPr>
          <p:cNvSpPr/>
          <p:nvPr/>
        </p:nvSpPr>
        <p:spPr>
          <a:xfrm>
            <a:off x="5596687" y="311518"/>
            <a:ext cx="9171432" cy="1911096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8AFDDEF-E4C3-D27C-C275-A3EB09FA2397}"/>
              </a:ext>
            </a:extLst>
          </p:cNvPr>
          <p:cNvSpPr/>
          <p:nvPr/>
        </p:nvSpPr>
        <p:spPr>
          <a:xfrm>
            <a:off x="2971800" y="-2451639"/>
            <a:ext cx="9171432" cy="144475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47DEC49-8F99-21B9-E60A-CB73B72BE1CF}"/>
              </a:ext>
            </a:extLst>
          </p:cNvPr>
          <p:cNvSpPr/>
          <p:nvPr/>
        </p:nvSpPr>
        <p:spPr>
          <a:xfrm>
            <a:off x="0" y="-3659343"/>
            <a:ext cx="381000" cy="381000"/>
          </a:xfrm>
          <a:prstGeom prst="ellipse">
            <a:avLst/>
          </a:prstGeom>
          <a:solidFill>
            <a:srgbClr val="5F6886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0AE8CBA2-45E2-D1CE-DE50-D1845445BCB4}"/>
              </a:ext>
            </a:extLst>
          </p:cNvPr>
          <p:cNvGrpSpPr/>
          <p:nvPr/>
        </p:nvGrpSpPr>
        <p:grpSpPr>
          <a:xfrm>
            <a:off x="1010971" y="-4224507"/>
            <a:ext cx="9171432" cy="1444752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148ABDB-9AA5-6E4F-191E-1BE1AD778753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1B59B009-0D01-CDBA-11A7-018E656CE42C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">
            <a:extLst>
              <a:ext uri="{FF2B5EF4-FFF2-40B4-BE49-F238E27FC236}">
                <a16:creationId xmlns:a16="http://schemas.microsoft.com/office/drawing/2014/main" id="{607AD8CA-650E-B75E-9716-6306DACFA732}"/>
              </a:ext>
            </a:extLst>
          </p:cNvPr>
          <p:cNvSpPr txBox="1"/>
          <p:nvPr/>
        </p:nvSpPr>
        <p:spPr>
          <a:xfrm>
            <a:off x="3386887" y="-4003731"/>
            <a:ext cx="4419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A652F13-3D4D-0EA8-BE56-B5A7A6813849}"/>
              </a:ext>
            </a:extLst>
          </p:cNvPr>
          <p:cNvSpPr/>
          <p:nvPr/>
        </p:nvSpPr>
        <p:spPr>
          <a:xfrm>
            <a:off x="2053995" y="-1826537"/>
            <a:ext cx="381000" cy="381000"/>
          </a:xfrm>
          <a:prstGeom prst="ellipse">
            <a:avLst/>
          </a:prstGeom>
          <a:solidFill>
            <a:srgbClr val="5F6886">
              <a:alpha val="50000"/>
            </a:srgbClr>
          </a:soli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FFF22CE8-A97E-9697-806F-94C2F8933894}"/>
              </a:ext>
            </a:extLst>
          </p:cNvPr>
          <p:cNvSpPr txBox="1"/>
          <p:nvPr/>
        </p:nvSpPr>
        <p:spPr>
          <a:xfrm>
            <a:off x="4071025" y="-222836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5" name="TextBox 5">
            <a:extLst>
              <a:ext uri="{FF2B5EF4-FFF2-40B4-BE49-F238E27FC236}">
                <a16:creationId xmlns:a16="http://schemas.microsoft.com/office/drawing/2014/main" id="{E21DA7CA-08F2-E5C0-0F16-55533C15572C}"/>
              </a:ext>
            </a:extLst>
          </p:cNvPr>
          <p:cNvSpPr txBox="1"/>
          <p:nvPr/>
        </p:nvSpPr>
        <p:spPr>
          <a:xfrm>
            <a:off x="6154810" y="192220"/>
            <a:ext cx="8001000" cy="1909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E7C9A1AE-5CDE-EA3B-AE58-1ABC80AA4C37}"/>
              </a:ext>
            </a:extLst>
          </p:cNvPr>
          <p:cNvSpPr txBox="1"/>
          <p:nvPr/>
        </p:nvSpPr>
        <p:spPr>
          <a:xfrm>
            <a:off x="3365500" y="-3566441"/>
            <a:ext cx="9171432" cy="144475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40E4F3-2EA0-BDA0-8C13-CB894730CCAE}"/>
              </a:ext>
            </a:extLst>
          </p:cNvPr>
          <p:cNvSpPr/>
          <p:nvPr/>
        </p:nvSpPr>
        <p:spPr>
          <a:xfrm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7D459C1-28D0-9542-9B12-A0F9B8814C03}"/>
              </a:ext>
            </a:extLst>
          </p:cNvPr>
          <p:cNvSpPr/>
          <p:nvPr/>
        </p:nvSpPr>
        <p:spPr>
          <a:xfrm rot="5400000"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6053299D-ED73-C9E6-D91E-CAAC15504B42}"/>
              </a:ext>
            </a:extLst>
          </p:cNvPr>
          <p:cNvSpPr txBox="1"/>
          <p:nvPr/>
        </p:nvSpPr>
        <p:spPr>
          <a:xfrm>
            <a:off x="2235907" y="3235846"/>
            <a:ext cx="1782355" cy="42992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D1FA884-8831-B5C6-E1F9-6C9FE551DACD}"/>
              </a:ext>
            </a:extLst>
          </p:cNvPr>
          <p:cNvSpPr/>
          <p:nvPr/>
        </p:nvSpPr>
        <p:spPr>
          <a:xfrm>
            <a:off x="6629400" y="4457842"/>
            <a:ext cx="9171432" cy="144475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6B2D7945-E941-2FF7-B027-7A323B8FD15D}"/>
              </a:ext>
            </a:extLst>
          </p:cNvPr>
          <p:cNvSpPr txBox="1"/>
          <p:nvPr/>
        </p:nvSpPr>
        <p:spPr>
          <a:xfrm>
            <a:off x="7728625" y="4681115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645459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7528E-080F-529D-B2F3-ABA887D5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16">
            <a:extLst>
              <a:ext uri="{FF2B5EF4-FFF2-40B4-BE49-F238E27FC236}">
                <a16:creationId xmlns:a16="http://schemas.microsoft.com/office/drawing/2014/main" id="{13EF436A-1A54-71D1-FD73-79EDF606D966}"/>
              </a:ext>
            </a:extLst>
          </p:cNvPr>
          <p:cNvSpPr/>
          <p:nvPr/>
        </p:nvSpPr>
        <p:spPr>
          <a:xfrm>
            <a:off x="5596687" y="311518"/>
            <a:ext cx="9171432" cy="1911096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6C49312D-D0D9-A5F3-B3C4-39BA047AAF7C}"/>
              </a:ext>
            </a:extLst>
          </p:cNvPr>
          <p:cNvSpPr/>
          <p:nvPr/>
        </p:nvSpPr>
        <p:spPr>
          <a:xfrm>
            <a:off x="2971800" y="-2451639"/>
            <a:ext cx="9171432" cy="144475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7255A68-69DA-5FE5-7E0B-89F000FE8678}"/>
              </a:ext>
            </a:extLst>
          </p:cNvPr>
          <p:cNvSpPr/>
          <p:nvPr/>
        </p:nvSpPr>
        <p:spPr>
          <a:xfrm>
            <a:off x="0" y="-3659343"/>
            <a:ext cx="381000" cy="381000"/>
          </a:xfrm>
          <a:prstGeom prst="ellipse">
            <a:avLst/>
          </a:prstGeom>
          <a:solidFill>
            <a:srgbClr val="5F6886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D9CA8AED-7402-C657-E2F0-052BB17A4786}"/>
              </a:ext>
            </a:extLst>
          </p:cNvPr>
          <p:cNvGrpSpPr/>
          <p:nvPr/>
        </p:nvGrpSpPr>
        <p:grpSpPr>
          <a:xfrm>
            <a:off x="1010971" y="-4224507"/>
            <a:ext cx="9171432" cy="1444752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3D826210-0E3A-8C70-2FA0-594AE6F794F7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3E184D6C-510A-F891-E046-FC7A7AB07A78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TextBox 5">
            <a:extLst>
              <a:ext uri="{FF2B5EF4-FFF2-40B4-BE49-F238E27FC236}">
                <a16:creationId xmlns:a16="http://schemas.microsoft.com/office/drawing/2014/main" id="{EBCC8157-FF12-9AFA-66AA-693D53949417}"/>
              </a:ext>
            </a:extLst>
          </p:cNvPr>
          <p:cNvSpPr txBox="1"/>
          <p:nvPr/>
        </p:nvSpPr>
        <p:spPr>
          <a:xfrm>
            <a:off x="3386887" y="-4003731"/>
            <a:ext cx="4419600" cy="894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D390FA16-38C4-8632-3CD5-DCB6850D139D}"/>
              </a:ext>
            </a:extLst>
          </p:cNvPr>
          <p:cNvSpPr/>
          <p:nvPr/>
        </p:nvSpPr>
        <p:spPr>
          <a:xfrm>
            <a:off x="2053995" y="-1826537"/>
            <a:ext cx="381000" cy="381000"/>
          </a:xfrm>
          <a:prstGeom prst="ellipse">
            <a:avLst/>
          </a:prstGeom>
          <a:solidFill>
            <a:srgbClr val="5F6886">
              <a:alpha val="50000"/>
            </a:srgbClr>
          </a:solidFill>
          <a:ln>
            <a:solidFill>
              <a:schemeClr val="bg1"/>
            </a:solidFill>
          </a:ln>
          <a:effectLst>
            <a:glow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3481691C-17D0-4DCE-586F-B5956022CCF9}"/>
              </a:ext>
            </a:extLst>
          </p:cNvPr>
          <p:cNvSpPr txBox="1"/>
          <p:nvPr/>
        </p:nvSpPr>
        <p:spPr>
          <a:xfrm>
            <a:off x="4071025" y="-222836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05" name="TextBox 5">
            <a:extLst>
              <a:ext uri="{FF2B5EF4-FFF2-40B4-BE49-F238E27FC236}">
                <a16:creationId xmlns:a16="http://schemas.microsoft.com/office/drawing/2014/main" id="{405E3A74-CF1D-4855-7A9A-C98FE41EB3F1}"/>
              </a:ext>
            </a:extLst>
          </p:cNvPr>
          <p:cNvSpPr txBox="1"/>
          <p:nvPr/>
        </p:nvSpPr>
        <p:spPr>
          <a:xfrm>
            <a:off x="6154810" y="192220"/>
            <a:ext cx="8001000" cy="19096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04427741-A962-EEC9-DB6A-FA5B7DB0B4EA}"/>
              </a:ext>
            </a:extLst>
          </p:cNvPr>
          <p:cNvSpPr txBox="1"/>
          <p:nvPr/>
        </p:nvSpPr>
        <p:spPr>
          <a:xfrm>
            <a:off x="3365500" y="-3566441"/>
            <a:ext cx="9171432" cy="144475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506FA9-45A1-2D69-EC34-0C79D0F8CF13}"/>
              </a:ext>
            </a:extLst>
          </p:cNvPr>
          <p:cNvSpPr/>
          <p:nvPr/>
        </p:nvSpPr>
        <p:spPr>
          <a:xfrm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27B7D1-9471-200F-1F6B-30C5BFDABC89}"/>
              </a:ext>
            </a:extLst>
          </p:cNvPr>
          <p:cNvSpPr/>
          <p:nvPr/>
        </p:nvSpPr>
        <p:spPr>
          <a:xfrm rot="5400000"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CD37BC81-3F96-18D0-2994-0A351233E6B6}"/>
              </a:ext>
            </a:extLst>
          </p:cNvPr>
          <p:cNvSpPr txBox="1"/>
          <p:nvPr/>
        </p:nvSpPr>
        <p:spPr>
          <a:xfrm>
            <a:off x="2235907" y="3235846"/>
            <a:ext cx="1782355" cy="42992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D092CCDE-2453-78D8-FF5B-1E90ED2AC814}"/>
              </a:ext>
            </a:extLst>
          </p:cNvPr>
          <p:cNvSpPr/>
          <p:nvPr/>
        </p:nvSpPr>
        <p:spPr>
          <a:xfrm>
            <a:off x="6553200" y="2705100"/>
            <a:ext cx="11201400" cy="727038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825D0587-BFE1-D79E-B4B2-CF35442BC7D5}"/>
              </a:ext>
            </a:extLst>
          </p:cNvPr>
          <p:cNvSpPr txBox="1"/>
          <p:nvPr/>
        </p:nvSpPr>
        <p:spPr>
          <a:xfrm>
            <a:off x="5878728" y="2646992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07889A-036A-7B11-21AF-9556D027F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23294"/>
              </p:ext>
            </p:extLst>
          </p:nvPr>
        </p:nvGraphicFramePr>
        <p:xfrm>
          <a:off x="6936432" y="3747366"/>
          <a:ext cx="10413600" cy="60274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471200">
                  <a:extLst>
                    <a:ext uri="{9D8B030D-6E8A-4147-A177-3AD203B41FA5}">
                      <a16:colId xmlns:a16="http://schemas.microsoft.com/office/drawing/2014/main" val="692242842"/>
                    </a:ext>
                  </a:extLst>
                </a:gridCol>
                <a:gridCol w="3471200">
                  <a:extLst>
                    <a:ext uri="{9D8B030D-6E8A-4147-A177-3AD203B41FA5}">
                      <a16:colId xmlns:a16="http://schemas.microsoft.com/office/drawing/2014/main" val="3729012006"/>
                    </a:ext>
                  </a:extLst>
                </a:gridCol>
                <a:gridCol w="3471200">
                  <a:extLst>
                    <a:ext uri="{9D8B030D-6E8A-4147-A177-3AD203B41FA5}">
                      <a16:colId xmlns:a16="http://schemas.microsoft.com/office/drawing/2014/main" val="3050987611"/>
                    </a:ext>
                  </a:extLst>
                </a:gridCol>
              </a:tblGrid>
              <a:tr h="1112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Loại</a:t>
                      </a:r>
                      <a:r>
                        <a:rPr lang="en-US" sz="32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tội</a:t>
                      </a:r>
                      <a:r>
                        <a:rPr lang="en-US" sz="32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phạm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Mức độ nguy hiểm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Mức phạt tù cao nhất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0863903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Ít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nghiêm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trọng</a:t>
                      </a:r>
                      <a:endParaRPr lang="en-US" sz="3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Không lớn</a:t>
                      </a:r>
                      <a:endParaRPr lang="en-US" sz="3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Đến 03 năm</a:t>
                      </a:r>
                      <a:endParaRPr lang="en-US" sz="3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2481505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Nghiêm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trọng</a:t>
                      </a:r>
                      <a:endParaRPr lang="en-US" sz="3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Lớn</a:t>
                      </a:r>
                      <a:endParaRPr lang="en-US" sz="3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Trên 03 đến 07 năm</a:t>
                      </a:r>
                      <a:endParaRPr lang="en-US" sz="3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599022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Rất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nghiêm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trọng</a:t>
                      </a:r>
                      <a:endParaRPr lang="en-US" sz="3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Rất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lớn</a:t>
                      </a:r>
                      <a:endParaRPr lang="en-US" sz="3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Trên 07 đến 15 năm</a:t>
                      </a:r>
                      <a:endParaRPr lang="en-US" sz="3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9900481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Đặc biệt nghiêm trọng</a:t>
                      </a:r>
                      <a:endParaRPr lang="en-US" sz="32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Đặc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biệt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lớn</a:t>
                      </a:r>
                      <a:endParaRPr lang="en-US" sz="3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Trên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15 - 20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năm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,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chung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thân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hoặc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tử</a:t>
                      </a:r>
                      <a:r>
                        <a:rPr lang="en-US" sz="3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320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hình</a:t>
                      </a:r>
                      <a:endParaRPr lang="en-US" sz="3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3646233"/>
                  </a:ext>
                </a:extLst>
              </a:tr>
            </a:tbl>
          </a:graphicData>
        </a:graphic>
      </p:graphicFrame>
      <p:sp>
        <p:nvSpPr>
          <p:cNvPr id="9" name="TextBox 5">
            <a:extLst>
              <a:ext uri="{FF2B5EF4-FFF2-40B4-BE49-F238E27FC236}">
                <a16:creationId xmlns:a16="http://schemas.microsoft.com/office/drawing/2014/main" id="{6BA58885-C9AB-E27A-06CE-F855442E8DF6}"/>
              </a:ext>
            </a:extLst>
          </p:cNvPr>
          <p:cNvSpPr txBox="1"/>
          <p:nvPr/>
        </p:nvSpPr>
        <p:spPr>
          <a:xfrm>
            <a:off x="-2872898" y="11366119"/>
            <a:ext cx="4926893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1191662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F133A-1B8F-9FA0-4D1D-C434231B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148B31D4-07B9-4B79-5B91-3DFC59511F96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F341F42-E888-D4BC-BE22-145B513FAC93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A7A8A063-E9E5-030B-04A1-F07D46EAC69A}"/>
              </a:ext>
            </a:extLst>
          </p:cNvPr>
          <p:cNvSpPr txBox="1"/>
          <p:nvPr/>
        </p:nvSpPr>
        <p:spPr>
          <a:xfrm>
            <a:off x="-9753600" y="1515972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E4DF46BE-EEDB-8F98-558D-4DB87FED9E73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FC295C6-5BA2-89FB-7034-EBC33666E55D}"/>
              </a:ext>
            </a:extLst>
          </p:cNvPr>
          <p:cNvSpPr/>
          <p:nvPr/>
        </p:nvSpPr>
        <p:spPr>
          <a:xfrm>
            <a:off x="5339061" y="418796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ACF653D9-7A9C-715A-A6DE-801DAA47EC0F}"/>
              </a:ext>
            </a:extLst>
          </p:cNvPr>
          <p:cNvSpPr/>
          <p:nvPr/>
        </p:nvSpPr>
        <p:spPr>
          <a:xfrm>
            <a:off x="6515134" y="2919178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2900FF32-6040-A717-4C69-0A3FA65E72D5}"/>
              </a:ext>
            </a:extLst>
          </p:cNvPr>
          <p:cNvSpPr/>
          <p:nvPr/>
        </p:nvSpPr>
        <p:spPr>
          <a:xfrm>
            <a:off x="6515134" y="5767623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3D8E939C-C17A-79E4-D6B2-17F4F416C2CE}"/>
              </a:ext>
            </a:extLst>
          </p:cNvPr>
          <p:cNvSpPr/>
          <p:nvPr/>
        </p:nvSpPr>
        <p:spPr>
          <a:xfrm>
            <a:off x="5379193" y="8246172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4F837662-3EB6-B736-715A-DAF6E18C2E1A}"/>
              </a:ext>
            </a:extLst>
          </p:cNvPr>
          <p:cNvSpPr txBox="1"/>
          <p:nvPr/>
        </p:nvSpPr>
        <p:spPr>
          <a:xfrm>
            <a:off x="7438396" y="64770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2F79B547-6B82-0310-118D-07D66BC208EC}"/>
              </a:ext>
            </a:extLst>
          </p:cNvPr>
          <p:cNvSpPr txBox="1"/>
          <p:nvPr/>
        </p:nvSpPr>
        <p:spPr>
          <a:xfrm>
            <a:off x="8542071" y="3258873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4A5BE4B6-851E-A35D-4AE5-F2E3B15CB224}"/>
              </a:ext>
            </a:extLst>
          </p:cNvPr>
          <p:cNvSpPr txBox="1"/>
          <p:nvPr/>
        </p:nvSpPr>
        <p:spPr>
          <a:xfrm>
            <a:off x="8542071" y="606094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1FB9E12A-6922-0D50-8316-D6365470B432}"/>
              </a:ext>
            </a:extLst>
          </p:cNvPr>
          <p:cNvSpPr txBox="1"/>
          <p:nvPr/>
        </p:nvSpPr>
        <p:spPr>
          <a:xfrm>
            <a:off x="7438395" y="8484435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897955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38553-446F-A756-A605-CC8324F98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706A0580-7A37-BCAD-7585-40A7E31D9EC7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A3FFF1-B825-9807-D2F1-8C89B9EF7005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5CB7CBC6-3B25-A50E-BCB8-527FABC6E4DD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A1B24E7-6684-7026-628E-3236D302EA0D}"/>
              </a:ext>
            </a:extLst>
          </p:cNvPr>
          <p:cNvSpPr/>
          <p:nvPr/>
        </p:nvSpPr>
        <p:spPr>
          <a:xfrm>
            <a:off x="6342326" y="282155"/>
            <a:ext cx="11717074" cy="6566276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83E0C09A-600C-0030-16BF-CCC2DC2FC850}"/>
              </a:ext>
            </a:extLst>
          </p:cNvPr>
          <p:cNvSpPr/>
          <p:nvPr/>
        </p:nvSpPr>
        <p:spPr>
          <a:xfrm>
            <a:off x="5786830" y="7329636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C7E7D11B-4287-1F81-00E4-FF75732160BA}"/>
              </a:ext>
            </a:extLst>
          </p:cNvPr>
          <p:cNvSpPr/>
          <p:nvPr/>
        </p:nvSpPr>
        <p:spPr>
          <a:xfrm>
            <a:off x="4581703" y="9397746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0D08A319-262E-076D-DFE7-987C09A1A78B}"/>
              </a:ext>
            </a:extLst>
          </p:cNvPr>
          <p:cNvSpPr txBox="1"/>
          <p:nvPr/>
        </p:nvSpPr>
        <p:spPr>
          <a:xfrm>
            <a:off x="4595778" y="265523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18C5C41C-E4BF-65EB-EA03-D5DC3A4AD0D0}"/>
              </a:ext>
            </a:extLst>
          </p:cNvPr>
          <p:cNvSpPr txBox="1"/>
          <p:nvPr/>
        </p:nvSpPr>
        <p:spPr>
          <a:xfrm>
            <a:off x="7813767" y="7669331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43E8D515-7C8D-1746-F7DE-BAF77CC8AF96}"/>
              </a:ext>
            </a:extLst>
          </p:cNvPr>
          <p:cNvSpPr txBox="1"/>
          <p:nvPr/>
        </p:nvSpPr>
        <p:spPr>
          <a:xfrm>
            <a:off x="6608640" y="9691063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4F6A0C-FDCC-E5FD-5709-35EA17C32D29}"/>
              </a:ext>
            </a:extLst>
          </p:cNvPr>
          <p:cNvSpPr txBox="1"/>
          <p:nvPr/>
        </p:nvSpPr>
        <p:spPr>
          <a:xfrm>
            <a:off x="6747532" y="1278502"/>
            <a:ext cx="11040137" cy="556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BLHS.</a:t>
            </a:r>
          </a:p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247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B9A25-9A2D-D799-226F-03168EDFD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8E166253-0E64-EC23-1738-A97D235CFA1B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A651AE2-0403-5E10-D916-C192A2E86190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AA59C853-3A06-BFE0-FB96-68834663274B}"/>
              </a:ext>
            </a:extLst>
          </p:cNvPr>
          <p:cNvSpPr txBox="1"/>
          <p:nvPr/>
        </p:nvSpPr>
        <p:spPr>
          <a:xfrm>
            <a:off x="-9753600" y="1515972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E1125F54-7FF9-7453-A7BF-F3D680555ACF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CD6C9FA0-91C3-4557-E613-C83B55278934}"/>
              </a:ext>
            </a:extLst>
          </p:cNvPr>
          <p:cNvSpPr/>
          <p:nvPr/>
        </p:nvSpPr>
        <p:spPr>
          <a:xfrm>
            <a:off x="5339061" y="418796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289EF690-F148-5647-CC2D-E99064455732}"/>
              </a:ext>
            </a:extLst>
          </p:cNvPr>
          <p:cNvSpPr/>
          <p:nvPr/>
        </p:nvSpPr>
        <p:spPr>
          <a:xfrm>
            <a:off x="6515134" y="2919178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165BB7E0-2D2D-AB49-F665-6350195BB1FC}"/>
              </a:ext>
            </a:extLst>
          </p:cNvPr>
          <p:cNvSpPr/>
          <p:nvPr/>
        </p:nvSpPr>
        <p:spPr>
          <a:xfrm>
            <a:off x="6515134" y="5767623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CDE5C3AD-236D-E6D3-32EA-02A2B1617BE1}"/>
              </a:ext>
            </a:extLst>
          </p:cNvPr>
          <p:cNvSpPr/>
          <p:nvPr/>
        </p:nvSpPr>
        <p:spPr>
          <a:xfrm>
            <a:off x="5379193" y="8246172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807A05F1-7FF1-85BC-5795-A8FB32DBC22C}"/>
              </a:ext>
            </a:extLst>
          </p:cNvPr>
          <p:cNvSpPr txBox="1"/>
          <p:nvPr/>
        </p:nvSpPr>
        <p:spPr>
          <a:xfrm>
            <a:off x="7438396" y="64770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8C1B4816-5B52-8CC9-B184-7CBAA20D1798}"/>
              </a:ext>
            </a:extLst>
          </p:cNvPr>
          <p:cNvSpPr txBox="1"/>
          <p:nvPr/>
        </p:nvSpPr>
        <p:spPr>
          <a:xfrm>
            <a:off x="8542071" y="3258873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430639FF-9B3A-13AB-D6A0-21B4DBD28836}"/>
              </a:ext>
            </a:extLst>
          </p:cNvPr>
          <p:cNvSpPr txBox="1"/>
          <p:nvPr/>
        </p:nvSpPr>
        <p:spPr>
          <a:xfrm>
            <a:off x="8542071" y="606094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A59F8BC0-14B4-19C6-310C-A5A047AC2095}"/>
              </a:ext>
            </a:extLst>
          </p:cNvPr>
          <p:cNvSpPr txBox="1"/>
          <p:nvPr/>
        </p:nvSpPr>
        <p:spPr>
          <a:xfrm>
            <a:off x="7438395" y="8484435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2023020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FF8DD-06DD-6F10-A3DB-B1A8F752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30625D5-1C97-98CF-1B68-4414683394BD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81972EF-D7F2-B354-46ED-842E44DB3141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705501F8-146F-59D3-8A86-378F95D018AC}"/>
              </a:ext>
            </a:extLst>
          </p:cNvPr>
          <p:cNvSpPr txBox="1"/>
          <p:nvPr/>
        </p:nvSpPr>
        <p:spPr>
          <a:xfrm>
            <a:off x="-9753600" y="1515972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FD83D565-97A8-F514-5147-B83D3C796A34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2D267FC-EBA2-48BB-CD3D-D05056CDC769}"/>
              </a:ext>
            </a:extLst>
          </p:cNvPr>
          <p:cNvSpPr/>
          <p:nvPr/>
        </p:nvSpPr>
        <p:spPr>
          <a:xfrm>
            <a:off x="2288670" y="-2689995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08CCCE0D-15E3-C2E1-9DFE-6E76FB41FCFF}"/>
              </a:ext>
            </a:extLst>
          </p:cNvPr>
          <p:cNvSpPr/>
          <p:nvPr/>
        </p:nvSpPr>
        <p:spPr>
          <a:xfrm>
            <a:off x="6515133" y="312554"/>
            <a:ext cx="11580669" cy="744458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8279BCEB-913A-89AD-A6A4-2EBDB16899E7}"/>
              </a:ext>
            </a:extLst>
          </p:cNvPr>
          <p:cNvSpPr/>
          <p:nvPr/>
        </p:nvSpPr>
        <p:spPr>
          <a:xfrm>
            <a:off x="5171960" y="8234405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C4620F44-F5A3-9985-E250-B1EE4366363D}"/>
              </a:ext>
            </a:extLst>
          </p:cNvPr>
          <p:cNvSpPr/>
          <p:nvPr/>
        </p:nvSpPr>
        <p:spPr>
          <a:xfrm>
            <a:off x="4036019" y="10712954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BFB58922-5531-4955-4727-86CAA867B628}"/>
              </a:ext>
            </a:extLst>
          </p:cNvPr>
          <p:cNvSpPr txBox="1"/>
          <p:nvPr/>
        </p:nvSpPr>
        <p:spPr>
          <a:xfrm>
            <a:off x="4388005" y="-2461091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BB467B89-D648-4D4E-55D0-11E55CB791D7}"/>
              </a:ext>
            </a:extLst>
          </p:cNvPr>
          <p:cNvSpPr txBox="1"/>
          <p:nvPr/>
        </p:nvSpPr>
        <p:spPr>
          <a:xfrm>
            <a:off x="7074542" y="341309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68CA0110-CBDD-AA4E-CC8A-2FBE7F3DCA10}"/>
              </a:ext>
            </a:extLst>
          </p:cNvPr>
          <p:cNvSpPr txBox="1"/>
          <p:nvPr/>
        </p:nvSpPr>
        <p:spPr>
          <a:xfrm>
            <a:off x="7198897" y="8527722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C972C059-5915-9874-964C-A702D8C6A1AB}"/>
              </a:ext>
            </a:extLst>
          </p:cNvPr>
          <p:cNvSpPr txBox="1"/>
          <p:nvPr/>
        </p:nvSpPr>
        <p:spPr>
          <a:xfrm>
            <a:off x="6095221" y="10951217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09E6D-0C0E-405C-2F21-A613FC52CC0C}"/>
              </a:ext>
            </a:extLst>
          </p:cNvPr>
          <p:cNvSpPr txBox="1"/>
          <p:nvPr/>
        </p:nvSpPr>
        <p:spPr>
          <a:xfrm>
            <a:off x="7074542" y="1303508"/>
            <a:ext cx="11021259" cy="6259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trừng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1500" lvl="0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Trừng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lvl="0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ý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ngừa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ngăn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chặn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ngừa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đe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ngừa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4268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63AD7-328C-9312-611C-DF1BD5AA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DF2B0BD0-5AC5-C782-76FE-5DBE1EA86B3F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FC653F-D83B-AFEF-41AA-7B55DF07EF3E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60F59207-E827-2E01-30CF-6D669A9C8E60}"/>
              </a:ext>
            </a:extLst>
          </p:cNvPr>
          <p:cNvSpPr txBox="1"/>
          <p:nvPr/>
        </p:nvSpPr>
        <p:spPr>
          <a:xfrm>
            <a:off x="-9753600" y="1515972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BA20677E-0FE3-3FDB-A976-FA293D28DA99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BE12C51-B65A-E052-E048-53F517CF080C}"/>
              </a:ext>
            </a:extLst>
          </p:cNvPr>
          <p:cNvSpPr/>
          <p:nvPr/>
        </p:nvSpPr>
        <p:spPr>
          <a:xfrm>
            <a:off x="5339061" y="418796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4D725E57-7CA8-6784-3544-8112E51BF2BB}"/>
              </a:ext>
            </a:extLst>
          </p:cNvPr>
          <p:cNvSpPr/>
          <p:nvPr/>
        </p:nvSpPr>
        <p:spPr>
          <a:xfrm>
            <a:off x="6442735" y="2671934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C17ADBEE-AF09-F3DD-2183-9172EF3B43AF}"/>
              </a:ext>
            </a:extLst>
          </p:cNvPr>
          <p:cNvSpPr/>
          <p:nvPr/>
        </p:nvSpPr>
        <p:spPr>
          <a:xfrm>
            <a:off x="6442735" y="5223609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6B9DACF6-DD76-EE19-8136-B612E68B3B01}"/>
              </a:ext>
            </a:extLst>
          </p:cNvPr>
          <p:cNvSpPr/>
          <p:nvPr/>
        </p:nvSpPr>
        <p:spPr>
          <a:xfrm>
            <a:off x="5912776" y="7958515"/>
            <a:ext cx="11201400" cy="2138818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8E7D5A85-6109-06D4-4321-CAA1691576C1}"/>
              </a:ext>
            </a:extLst>
          </p:cNvPr>
          <p:cNvSpPr txBox="1"/>
          <p:nvPr/>
        </p:nvSpPr>
        <p:spPr>
          <a:xfrm>
            <a:off x="7438396" y="64770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E744C7CE-C0C8-1C47-C851-AF311D473A05}"/>
              </a:ext>
            </a:extLst>
          </p:cNvPr>
          <p:cNvSpPr txBox="1"/>
          <p:nvPr/>
        </p:nvSpPr>
        <p:spPr>
          <a:xfrm>
            <a:off x="8469672" y="3011629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241912D2-9920-BD5D-5F14-8A1D62E8B692}"/>
              </a:ext>
            </a:extLst>
          </p:cNvPr>
          <p:cNvSpPr txBox="1"/>
          <p:nvPr/>
        </p:nvSpPr>
        <p:spPr>
          <a:xfrm>
            <a:off x="8469672" y="551692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BD30A910-E728-C853-54D1-26AC5855D68B}"/>
              </a:ext>
            </a:extLst>
          </p:cNvPr>
          <p:cNvSpPr txBox="1"/>
          <p:nvPr/>
        </p:nvSpPr>
        <p:spPr>
          <a:xfrm>
            <a:off x="6178469" y="7958514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1592700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92EB9-663E-71E9-FE7F-A5792BE02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8E14FE87-A1FE-035B-3737-5AD5AB544C6F}"/>
              </a:ext>
            </a:extLst>
          </p:cNvPr>
          <p:cNvSpPr/>
          <p:nvPr/>
        </p:nvSpPr>
        <p:spPr>
          <a:xfrm rot="16200000">
            <a:off x="-13749669" y="-455910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5A60982-3E3F-0D07-8E3D-B69C637E2AE5}"/>
              </a:ext>
            </a:extLst>
          </p:cNvPr>
          <p:cNvSpPr/>
          <p:nvPr/>
        </p:nvSpPr>
        <p:spPr>
          <a:xfrm flipH="1" flipV="1">
            <a:off x="-13148933" y="144825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7D36C532-E413-FB8B-292C-2BC215016CCF}"/>
              </a:ext>
            </a:extLst>
          </p:cNvPr>
          <p:cNvSpPr txBox="1"/>
          <p:nvPr/>
        </p:nvSpPr>
        <p:spPr>
          <a:xfrm>
            <a:off x="-17471992" y="1737000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224B3ED1-1874-E666-EFD2-183AB1600FC7}"/>
              </a:ext>
            </a:extLst>
          </p:cNvPr>
          <p:cNvSpPr txBox="1"/>
          <p:nvPr/>
        </p:nvSpPr>
        <p:spPr>
          <a:xfrm>
            <a:off x="-5429722" y="2697528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DBE03D6-5825-CEC3-F6FF-36A937D88D15}"/>
              </a:ext>
            </a:extLst>
          </p:cNvPr>
          <p:cNvSpPr/>
          <p:nvPr/>
        </p:nvSpPr>
        <p:spPr>
          <a:xfrm>
            <a:off x="6442735" y="-3467100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0A626BAE-83B5-1230-7D32-68946463C772}"/>
              </a:ext>
            </a:extLst>
          </p:cNvPr>
          <p:cNvSpPr/>
          <p:nvPr/>
        </p:nvSpPr>
        <p:spPr>
          <a:xfrm>
            <a:off x="6442735" y="-1866900"/>
            <a:ext cx="11201400" cy="1540826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FA18F306-95B0-1638-2DC4-CF8CB97BEBBF}"/>
              </a:ext>
            </a:extLst>
          </p:cNvPr>
          <p:cNvSpPr/>
          <p:nvPr/>
        </p:nvSpPr>
        <p:spPr>
          <a:xfrm>
            <a:off x="6442735" y="10889026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D3436859-E9CD-8A9D-50BA-FB6906CDBCA7}"/>
              </a:ext>
            </a:extLst>
          </p:cNvPr>
          <p:cNvSpPr/>
          <p:nvPr/>
        </p:nvSpPr>
        <p:spPr>
          <a:xfrm>
            <a:off x="5912776" y="13623932"/>
            <a:ext cx="11201400" cy="2138818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8CA009F7-CDDD-898E-7C15-A90CB2D08CBA}"/>
              </a:ext>
            </a:extLst>
          </p:cNvPr>
          <p:cNvSpPr txBox="1"/>
          <p:nvPr/>
        </p:nvSpPr>
        <p:spPr>
          <a:xfrm>
            <a:off x="8542070" y="-323819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AA43FF8C-8037-3F5E-235B-BE81D4A90BD5}"/>
              </a:ext>
            </a:extLst>
          </p:cNvPr>
          <p:cNvSpPr txBox="1"/>
          <p:nvPr/>
        </p:nvSpPr>
        <p:spPr>
          <a:xfrm>
            <a:off x="8542070" y="-163799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8CD217B3-0E28-318B-EF78-965504043381}"/>
              </a:ext>
            </a:extLst>
          </p:cNvPr>
          <p:cNvSpPr txBox="1"/>
          <p:nvPr/>
        </p:nvSpPr>
        <p:spPr>
          <a:xfrm>
            <a:off x="8469672" y="11182343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C43F1180-0826-63E0-E61E-513B864A29B9}"/>
              </a:ext>
            </a:extLst>
          </p:cNvPr>
          <p:cNvSpPr txBox="1"/>
          <p:nvPr/>
        </p:nvSpPr>
        <p:spPr>
          <a:xfrm>
            <a:off x="6178469" y="13623931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3A85AA-7CCE-B741-CB4A-9E43241C6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347541"/>
              </p:ext>
            </p:extLst>
          </p:nvPr>
        </p:nvGraphicFramePr>
        <p:xfrm>
          <a:off x="457200" y="390737"/>
          <a:ext cx="17373600" cy="978635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791200">
                  <a:extLst>
                    <a:ext uri="{9D8B030D-6E8A-4147-A177-3AD203B41FA5}">
                      <a16:colId xmlns:a16="http://schemas.microsoft.com/office/drawing/2014/main" val="3324740737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1655574247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043409632"/>
                    </a:ext>
                  </a:extLst>
                </a:gridCol>
              </a:tblGrid>
              <a:tr h="1202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phạt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Đặc điểm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 dụ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6354064"/>
                  </a:ext>
                </a:extLst>
              </a:tr>
              <a:tr h="1202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Cảnh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cáo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 phạt nhẹ nhất, áp dụng cho tội ít nghiêm trọng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Lần đầu phạm tội, nhiều tình tiết giảm nhẹ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5148780"/>
                  </a:ext>
                </a:extLst>
              </a:tr>
              <a:tr h="1202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Phạt tiền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Tước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lợi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ích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Đánh bạc nhỏ lẻ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537069"/>
                  </a:ext>
                </a:extLst>
              </a:tr>
              <a:tr h="1202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Cải tạo không giam giữ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tháng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–3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ly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khỏi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xã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 có nơi làm việc ổn định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169465"/>
                  </a:ext>
                </a:extLst>
              </a:tr>
              <a:tr h="1202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Trục xuất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Buộc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nước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ngoài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rời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Việt Nam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nước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ngoài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tội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904611"/>
                  </a:ext>
                </a:extLst>
              </a:tr>
              <a:tr h="1202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Tù có thời hạn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tháng–20 năm (tối đa 30 năm khi tổng hợp)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phổ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biến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471"/>
                  </a:ext>
                </a:extLst>
              </a:tr>
              <a:tr h="1202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Tù chung thân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 thời hạn, áp dụng với tội đặc biệt nghiêm trọng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Giết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biệt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nghiêm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trọng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306855"/>
                  </a:ext>
                </a:extLst>
              </a:tr>
              <a:tr h="12021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Tử hình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Nghiêm khắc nhất, tước quyền sống; chỉ áp dụng với một số tội đặc biệt nghiêm trọng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túy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phạm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ninh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quốc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836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476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DE428-B871-B3DF-2AEC-3AEB24625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6448AD7-C721-D629-6D61-A9C1274866FC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7E62E06-E751-A964-4259-9F86C533DA1A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FA954A99-9B12-86E2-444B-7A860F2DB912}"/>
              </a:ext>
            </a:extLst>
          </p:cNvPr>
          <p:cNvSpPr txBox="1"/>
          <p:nvPr/>
        </p:nvSpPr>
        <p:spPr>
          <a:xfrm>
            <a:off x="-9753600" y="1515972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1D359F8D-FB30-C82B-9BB8-99581621E562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195DAA76-04B1-5898-2199-2534798E871F}"/>
              </a:ext>
            </a:extLst>
          </p:cNvPr>
          <p:cNvSpPr/>
          <p:nvPr/>
        </p:nvSpPr>
        <p:spPr>
          <a:xfrm>
            <a:off x="5339061" y="418796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C56A780E-E4CA-0FCD-989C-7FFB93F5310E}"/>
              </a:ext>
            </a:extLst>
          </p:cNvPr>
          <p:cNvSpPr/>
          <p:nvPr/>
        </p:nvSpPr>
        <p:spPr>
          <a:xfrm>
            <a:off x="6442735" y="2671934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4B9AFF32-27BE-240E-F52C-4E76C8E8C60A}"/>
              </a:ext>
            </a:extLst>
          </p:cNvPr>
          <p:cNvSpPr/>
          <p:nvPr/>
        </p:nvSpPr>
        <p:spPr>
          <a:xfrm>
            <a:off x="6442735" y="5223609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CAD861F7-438C-2DBB-DA86-822E9C1BC75C}"/>
              </a:ext>
            </a:extLst>
          </p:cNvPr>
          <p:cNvSpPr/>
          <p:nvPr/>
        </p:nvSpPr>
        <p:spPr>
          <a:xfrm>
            <a:off x="5912776" y="7958515"/>
            <a:ext cx="11201400" cy="2138818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87FB3B9D-B59A-F828-1842-9804A6CC0DED}"/>
              </a:ext>
            </a:extLst>
          </p:cNvPr>
          <p:cNvSpPr txBox="1"/>
          <p:nvPr/>
        </p:nvSpPr>
        <p:spPr>
          <a:xfrm>
            <a:off x="7438396" y="64770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A82DCC4A-2E4A-243E-3615-88E3FFF31B69}"/>
              </a:ext>
            </a:extLst>
          </p:cNvPr>
          <p:cNvSpPr txBox="1"/>
          <p:nvPr/>
        </p:nvSpPr>
        <p:spPr>
          <a:xfrm>
            <a:off x="8469672" y="3011629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ED2D2FAB-A32D-3B0D-102E-BA9B3298B785}"/>
              </a:ext>
            </a:extLst>
          </p:cNvPr>
          <p:cNvSpPr txBox="1"/>
          <p:nvPr/>
        </p:nvSpPr>
        <p:spPr>
          <a:xfrm>
            <a:off x="8469672" y="551692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7E786F86-8E89-330D-32DE-ABDE4B1ED12A}"/>
              </a:ext>
            </a:extLst>
          </p:cNvPr>
          <p:cNvSpPr txBox="1"/>
          <p:nvPr/>
        </p:nvSpPr>
        <p:spPr>
          <a:xfrm>
            <a:off x="6178469" y="7958514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740151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71820-AFE1-909F-A633-8ECDAEBD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B786CD1D-7C0B-150D-2716-DCCD472438C2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11833CF-8163-3FD8-2BB0-CD33B9917DBF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3E2CDFC5-A3D9-6D5B-80E4-7405D4BC8F38}"/>
              </a:ext>
            </a:extLst>
          </p:cNvPr>
          <p:cNvSpPr txBox="1"/>
          <p:nvPr/>
        </p:nvSpPr>
        <p:spPr>
          <a:xfrm>
            <a:off x="-9753600" y="1515972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F049BCD8-C3A4-C259-61F7-EB6CE9DA8A5D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AC53300-ABAA-AC9B-4B38-5D8988532F3A}"/>
              </a:ext>
            </a:extLst>
          </p:cNvPr>
          <p:cNvSpPr/>
          <p:nvPr/>
        </p:nvSpPr>
        <p:spPr>
          <a:xfrm>
            <a:off x="5638800" y="-4305300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F0B93AAF-199F-DA3C-5641-734097FC8141}"/>
              </a:ext>
            </a:extLst>
          </p:cNvPr>
          <p:cNvSpPr/>
          <p:nvPr/>
        </p:nvSpPr>
        <p:spPr>
          <a:xfrm>
            <a:off x="5638800" y="-2215181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E345ED03-9164-0158-C2BD-9324A427E15C}"/>
              </a:ext>
            </a:extLst>
          </p:cNvPr>
          <p:cNvSpPr/>
          <p:nvPr/>
        </p:nvSpPr>
        <p:spPr>
          <a:xfrm>
            <a:off x="6172200" y="359188"/>
            <a:ext cx="11945676" cy="684171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F6739D2F-A980-E958-DA4B-A1660DA6C374}"/>
              </a:ext>
            </a:extLst>
          </p:cNvPr>
          <p:cNvSpPr/>
          <p:nvPr/>
        </p:nvSpPr>
        <p:spPr>
          <a:xfrm>
            <a:off x="5867800" y="7845650"/>
            <a:ext cx="11201400" cy="2138818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F6088941-2ABB-DC37-6E45-F1CADAC6021F}"/>
              </a:ext>
            </a:extLst>
          </p:cNvPr>
          <p:cNvSpPr txBox="1"/>
          <p:nvPr/>
        </p:nvSpPr>
        <p:spPr>
          <a:xfrm>
            <a:off x="7738135" y="-407639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5906244A-9469-C01F-90CF-069AD3642214}"/>
              </a:ext>
            </a:extLst>
          </p:cNvPr>
          <p:cNvSpPr txBox="1"/>
          <p:nvPr/>
        </p:nvSpPr>
        <p:spPr>
          <a:xfrm>
            <a:off x="7665737" y="-187548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F4CE69D9-4B69-FE12-924F-4E44FEAA74E2}"/>
              </a:ext>
            </a:extLst>
          </p:cNvPr>
          <p:cNvSpPr txBox="1"/>
          <p:nvPr/>
        </p:nvSpPr>
        <p:spPr>
          <a:xfrm>
            <a:off x="5904493" y="578859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C9D280BA-5ACF-11DD-E0F0-6DEA200B55A2}"/>
              </a:ext>
            </a:extLst>
          </p:cNvPr>
          <p:cNvSpPr txBox="1"/>
          <p:nvPr/>
        </p:nvSpPr>
        <p:spPr>
          <a:xfrm>
            <a:off x="6133493" y="7845649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4293C-4621-EDE7-9EED-24FBDC6BD9E6}"/>
              </a:ext>
            </a:extLst>
          </p:cNvPr>
          <p:cNvSpPr txBox="1"/>
          <p:nvPr/>
        </p:nvSpPr>
        <p:spPr>
          <a:xfrm>
            <a:off x="6544338" y="1692556"/>
            <a:ext cx="11201400" cy="5061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nghề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Tước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nghề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ngừa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7054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0AFC01-EADB-BAB4-72D2-988BD6115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348CA627-2623-039A-36A6-F0694D5AE544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6280EF1-AACA-17AE-BAFF-093E8FDC19FC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435F2AA4-AF3D-9E51-DA5F-8D46E02F5381}"/>
              </a:ext>
            </a:extLst>
          </p:cNvPr>
          <p:cNvSpPr txBox="1"/>
          <p:nvPr/>
        </p:nvSpPr>
        <p:spPr>
          <a:xfrm>
            <a:off x="-9753600" y="1515972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89D9331B-0A45-4CB6-3865-52ABD31934C4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19E64DB-7642-8D41-C86C-D28B7ADC3E67}"/>
              </a:ext>
            </a:extLst>
          </p:cNvPr>
          <p:cNvSpPr/>
          <p:nvPr/>
        </p:nvSpPr>
        <p:spPr>
          <a:xfrm>
            <a:off x="5638800" y="-4305300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208B3DF6-548A-12A2-C98D-C088C5562B30}"/>
              </a:ext>
            </a:extLst>
          </p:cNvPr>
          <p:cNvSpPr/>
          <p:nvPr/>
        </p:nvSpPr>
        <p:spPr>
          <a:xfrm>
            <a:off x="5638800" y="-2215181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E88E1B1E-161A-F358-3AE9-ECAD50DD01B6}"/>
              </a:ext>
            </a:extLst>
          </p:cNvPr>
          <p:cNvSpPr/>
          <p:nvPr/>
        </p:nvSpPr>
        <p:spPr>
          <a:xfrm>
            <a:off x="6172200" y="359188"/>
            <a:ext cx="11945676" cy="684171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07E4E6CB-6B9D-91A1-DD0B-BE06D25C9C54}"/>
              </a:ext>
            </a:extLst>
          </p:cNvPr>
          <p:cNvSpPr/>
          <p:nvPr/>
        </p:nvSpPr>
        <p:spPr>
          <a:xfrm>
            <a:off x="5867800" y="7845650"/>
            <a:ext cx="11201400" cy="2138818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886"/>
              </a:gs>
              <a:gs pos="100000">
                <a:srgbClr val="11172B">
                  <a:alpha val="0"/>
                </a:srgbClr>
              </a:gs>
            </a:gsLst>
            <a:lin ang="2700000" scaled="1"/>
            <a:tileRect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CFE1F5CB-58BE-83B7-40C0-293267446A66}"/>
              </a:ext>
            </a:extLst>
          </p:cNvPr>
          <p:cNvSpPr txBox="1"/>
          <p:nvPr/>
        </p:nvSpPr>
        <p:spPr>
          <a:xfrm>
            <a:off x="7738135" y="-407639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7B16AA4E-2463-6A38-E5A1-78F51546E880}"/>
              </a:ext>
            </a:extLst>
          </p:cNvPr>
          <p:cNvSpPr txBox="1"/>
          <p:nvPr/>
        </p:nvSpPr>
        <p:spPr>
          <a:xfrm>
            <a:off x="7665737" y="-187548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60BD05D3-E312-DC59-1A5C-48656251F172}"/>
              </a:ext>
            </a:extLst>
          </p:cNvPr>
          <p:cNvSpPr txBox="1"/>
          <p:nvPr/>
        </p:nvSpPr>
        <p:spPr>
          <a:xfrm>
            <a:off x="5904493" y="578859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C32C124B-60AC-D6AE-263F-AD19E0E20F55}"/>
              </a:ext>
            </a:extLst>
          </p:cNvPr>
          <p:cNvSpPr txBox="1"/>
          <p:nvPr/>
        </p:nvSpPr>
        <p:spPr>
          <a:xfrm>
            <a:off x="6133493" y="7845649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F3FFB6-B616-D75D-6998-2144325155E9}"/>
              </a:ext>
            </a:extLst>
          </p:cNvPr>
          <p:cNvSpPr txBox="1"/>
          <p:nvPr/>
        </p:nvSpPr>
        <p:spPr>
          <a:xfrm>
            <a:off x="6544338" y="1692556"/>
            <a:ext cx="11201400" cy="507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Tước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Tước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bầu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vũ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Tịch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Tịch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4907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A2A17-26D3-C598-2E97-96FB8A70B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E779ABC-8843-3759-A24A-EAAF46C5D028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5AAD26D-99F9-1516-0DA7-F37527B23BD5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0E39DABF-93B6-C05A-8CAB-9E2CCC045C1A}"/>
              </a:ext>
            </a:extLst>
          </p:cNvPr>
          <p:cNvSpPr txBox="1"/>
          <p:nvPr/>
        </p:nvSpPr>
        <p:spPr>
          <a:xfrm>
            <a:off x="-9753600" y="1515972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FE9BF442-F4F8-1BBA-C907-BEAB2845ECBE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BCD8C73-AEB8-11B9-5020-CD42CB9395F8}"/>
              </a:ext>
            </a:extLst>
          </p:cNvPr>
          <p:cNvSpPr/>
          <p:nvPr/>
        </p:nvSpPr>
        <p:spPr>
          <a:xfrm>
            <a:off x="5339061" y="418796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7F089015-71A9-6860-15C4-A741B78A98D4}"/>
              </a:ext>
            </a:extLst>
          </p:cNvPr>
          <p:cNvSpPr/>
          <p:nvPr/>
        </p:nvSpPr>
        <p:spPr>
          <a:xfrm>
            <a:off x="6442735" y="2671934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ECCC7981-DE3A-40EA-DB64-A0ECAD674976}"/>
              </a:ext>
            </a:extLst>
          </p:cNvPr>
          <p:cNvSpPr/>
          <p:nvPr/>
        </p:nvSpPr>
        <p:spPr>
          <a:xfrm>
            <a:off x="6442735" y="5223609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FE6C3364-E4EC-58D6-CFDA-A41EFBF0F57F}"/>
              </a:ext>
            </a:extLst>
          </p:cNvPr>
          <p:cNvSpPr/>
          <p:nvPr/>
        </p:nvSpPr>
        <p:spPr>
          <a:xfrm>
            <a:off x="5914397" y="7775284"/>
            <a:ext cx="11201400" cy="2138818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EC53D295-3665-F592-206B-8A034FF9F5F5}"/>
              </a:ext>
            </a:extLst>
          </p:cNvPr>
          <p:cNvSpPr txBox="1"/>
          <p:nvPr/>
        </p:nvSpPr>
        <p:spPr>
          <a:xfrm>
            <a:off x="7438396" y="64770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D2196996-071C-47CC-7F10-10E941BB3E57}"/>
              </a:ext>
            </a:extLst>
          </p:cNvPr>
          <p:cNvSpPr txBox="1"/>
          <p:nvPr/>
        </p:nvSpPr>
        <p:spPr>
          <a:xfrm>
            <a:off x="8469672" y="3011629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5062337A-C523-265A-C272-7E28E4FFC643}"/>
              </a:ext>
            </a:extLst>
          </p:cNvPr>
          <p:cNvSpPr txBox="1"/>
          <p:nvPr/>
        </p:nvSpPr>
        <p:spPr>
          <a:xfrm>
            <a:off x="8469672" y="5516926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A0DAF90B-8F95-CA71-F55B-15B48C9A1F86}"/>
              </a:ext>
            </a:extLst>
          </p:cNvPr>
          <p:cNvSpPr txBox="1"/>
          <p:nvPr/>
        </p:nvSpPr>
        <p:spPr>
          <a:xfrm>
            <a:off x="6325808" y="7882010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3314797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F584A-5778-7055-7C43-8BFEAE62B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07154B19-C486-B507-5FB6-2FDB42FF9551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4C5B50-A956-2B75-2387-13068291CF0D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AB8A16BF-B10A-DD4B-CF01-0DAE23405BF8}"/>
              </a:ext>
            </a:extLst>
          </p:cNvPr>
          <p:cNvSpPr txBox="1"/>
          <p:nvPr/>
        </p:nvSpPr>
        <p:spPr>
          <a:xfrm>
            <a:off x="-9753600" y="1515972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49348CB6-36D7-5D7E-923E-BB3EEF133836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6435A5E-8E38-1B1A-E45E-B0E246B59795}"/>
              </a:ext>
            </a:extLst>
          </p:cNvPr>
          <p:cNvSpPr/>
          <p:nvPr/>
        </p:nvSpPr>
        <p:spPr>
          <a:xfrm>
            <a:off x="3773126" y="-7217054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8BA63A81-542E-CB2F-87FD-29BF42E3BE77}"/>
              </a:ext>
            </a:extLst>
          </p:cNvPr>
          <p:cNvSpPr/>
          <p:nvPr/>
        </p:nvSpPr>
        <p:spPr>
          <a:xfrm>
            <a:off x="4876800" y="-4963916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45939B98-8C35-953E-035E-068CA4E36B0B}"/>
              </a:ext>
            </a:extLst>
          </p:cNvPr>
          <p:cNvSpPr/>
          <p:nvPr/>
        </p:nvSpPr>
        <p:spPr>
          <a:xfrm>
            <a:off x="4876800" y="-2412241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A51A0DDD-D624-9BE8-39FC-E6FE59DF6074}"/>
              </a:ext>
            </a:extLst>
          </p:cNvPr>
          <p:cNvSpPr/>
          <p:nvPr/>
        </p:nvSpPr>
        <p:spPr>
          <a:xfrm>
            <a:off x="6515134" y="470723"/>
            <a:ext cx="11201400" cy="941880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9D94670A-1474-B55C-3481-16ABE6A74CB1}"/>
              </a:ext>
            </a:extLst>
          </p:cNvPr>
          <p:cNvSpPr txBox="1"/>
          <p:nvPr/>
        </p:nvSpPr>
        <p:spPr>
          <a:xfrm>
            <a:off x="5872461" y="-698815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26E79216-B774-39C3-EFCD-B1215B8169FB}"/>
              </a:ext>
            </a:extLst>
          </p:cNvPr>
          <p:cNvSpPr txBox="1"/>
          <p:nvPr/>
        </p:nvSpPr>
        <p:spPr>
          <a:xfrm>
            <a:off x="6903737" y="-4624221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6C036D50-5020-88D9-64B2-9C514AB22A72}"/>
              </a:ext>
            </a:extLst>
          </p:cNvPr>
          <p:cNvSpPr txBox="1"/>
          <p:nvPr/>
        </p:nvSpPr>
        <p:spPr>
          <a:xfrm>
            <a:off x="6903737" y="-2118924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F5E0E45B-8872-8F87-9C09-6D89AE63F129}"/>
              </a:ext>
            </a:extLst>
          </p:cNvPr>
          <p:cNvSpPr txBox="1"/>
          <p:nvPr/>
        </p:nvSpPr>
        <p:spPr>
          <a:xfrm>
            <a:off x="6903737" y="699852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DDECED-E55D-D6C5-ABA5-E36FD20D058E}"/>
              </a:ext>
            </a:extLst>
          </p:cNvPr>
          <p:cNvSpPr txBox="1"/>
          <p:nvPr/>
        </p:nvSpPr>
        <p:spPr>
          <a:xfrm>
            <a:off x="6871311" y="2819164"/>
            <a:ext cx="10361991" cy="6952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vĩnh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dứt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1917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C6358-E3B4-EA1C-382F-502C2B5E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40A3568E-A712-A954-FC63-EE2B99E3F62C}"/>
              </a:ext>
            </a:extLst>
          </p:cNvPr>
          <p:cNvSpPr/>
          <p:nvPr/>
        </p:nvSpPr>
        <p:spPr>
          <a:xfrm rot="16200000">
            <a:off x="-6031277" y="-676938"/>
            <a:ext cx="11945673" cy="1194567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BC94A2B-AE7B-3266-6AF9-7A10F9301159}"/>
              </a:ext>
            </a:extLst>
          </p:cNvPr>
          <p:cNvSpPr/>
          <p:nvPr/>
        </p:nvSpPr>
        <p:spPr>
          <a:xfrm flipH="1" flipV="1">
            <a:off x="-5430541" y="-76203"/>
            <a:ext cx="10744202" cy="10744201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E14D355E-7A21-6219-5E83-460D3863101D}"/>
              </a:ext>
            </a:extLst>
          </p:cNvPr>
          <p:cNvSpPr txBox="1"/>
          <p:nvPr/>
        </p:nvSpPr>
        <p:spPr>
          <a:xfrm>
            <a:off x="-9753600" y="1515972"/>
            <a:ext cx="4644795" cy="2083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1B3BF8DD-5EA1-8BED-0458-BD1F12721B08}"/>
              </a:ext>
            </a:extLst>
          </p:cNvPr>
          <p:cNvSpPr txBox="1"/>
          <p:nvPr/>
        </p:nvSpPr>
        <p:spPr>
          <a:xfrm>
            <a:off x="2288670" y="2476500"/>
            <a:ext cx="1782355" cy="54072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0B752AF-64BB-1062-46E3-723A67C57A70}"/>
              </a:ext>
            </a:extLst>
          </p:cNvPr>
          <p:cNvSpPr/>
          <p:nvPr/>
        </p:nvSpPr>
        <p:spPr>
          <a:xfrm>
            <a:off x="3773126" y="-7217054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D4D03703-E4B5-9912-594E-138E54C63C81}"/>
              </a:ext>
            </a:extLst>
          </p:cNvPr>
          <p:cNvSpPr/>
          <p:nvPr/>
        </p:nvSpPr>
        <p:spPr>
          <a:xfrm>
            <a:off x="4876800" y="-4963916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B560C6DB-67D6-2F5E-1722-709FA2E418A0}"/>
              </a:ext>
            </a:extLst>
          </p:cNvPr>
          <p:cNvSpPr/>
          <p:nvPr/>
        </p:nvSpPr>
        <p:spPr>
          <a:xfrm>
            <a:off x="4876800" y="-2412241"/>
            <a:ext cx="11201400" cy="1600200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D12948BC-7EA0-EA19-29BD-F756E727F8D6}"/>
              </a:ext>
            </a:extLst>
          </p:cNvPr>
          <p:cNvSpPr/>
          <p:nvPr/>
        </p:nvSpPr>
        <p:spPr>
          <a:xfrm>
            <a:off x="6515134" y="470723"/>
            <a:ext cx="11201400" cy="9418802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58DEAE67-529C-2490-D58F-1982C83C9BA7}"/>
              </a:ext>
            </a:extLst>
          </p:cNvPr>
          <p:cNvSpPr txBox="1"/>
          <p:nvPr/>
        </p:nvSpPr>
        <p:spPr>
          <a:xfrm>
            <a:off x="5872461" y="-6988150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1100A69D-8097-EDFA-5816-2E9C35ED56F3}"/>
              </a:ext>
            </a:extLst>
          </p:cNvPr>
          <p:cNvSpPr txBox="1"/>
          <p:nvPr/>
        </p:nvSpPr>
        <p:spPr>
          <a:xfrm>
            <a:off x="6903737" y="-4624221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D05A404F-7945-F97D-230C-AF9824E4595C}"/>
              </a:ext>
            </a:extLst>
          </p:cNvPr>
          <p:cNvSpPr txBox="1"/>
          <p:nvPr/>
        </p:nvSpPr>
        <p:spPr>
          <a:xfrm>
            <a:off x="6903737" y="-2118924"/>
            <a:ext cx="7002729" cy="894027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05BFFD5B-86C1-8376-D801-35819E22B5E1}"/>
              </a:ext>
            </a:extLst>
          </p:cNvPr>
          <p:cNvSpPr txBox="1"/>
          <p:nvPr/>
        </p:nvSpPr>
        <p:spPr>
          <a:xfrm>
            <a:off x="6903737" y="531953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u="sng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3007E-EDA3-A977-43CD-11E9ADC261B3}"/>
              </a:ext>
            </a:extLst>
          </p:cNvPr>
          <p:cNvSpPr txBox="1"/>
          <p:nvPr/>
        </p:nvSpPr>
        <p:spPr>
          <a:xfrm>
            <a:off x="6934838" y="2790535"/>
            <a:ext cx="10361991" cy="6952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vốn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ngăn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ngừa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sung):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BLHS.</a:t>
            </a:r>
          </a:p>
        </p:txBody>
      </p:sp>
    </p:spTree>
    <p:extLst>
      <p:ext uri="{BB962C8B-B14F-4D97-AF65-F5344CB8AC3E}">
        <p14:creationId xmlns:p14="http://schemas.microsoft.com/office/powerpoint/2010/main" val="2794945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12E43-66D6-37AE-DDDE-E5F70B0BB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">
            <a:extLst>
              <a:ext uri="{FF2B5EF4-FFF2-40B4-BE49-F238E27FC236}">
                <a16:creationId xmlns:a16="http://schemas.microsoft.com/office/drawing/2014/main" id="{3BE4713C-E733-3014-C0C2-AE7629E71226}"/>
              </a:ext>
            </a:extLst>
          </p:cNvPr>
          <p:cNvGrpSpPr/>
          <p:nvPr/>
        </p:nvGrpSpPr>
        <p:grpSpPr>
          <a:xfrm>
            <a:off x="-5639991" y="3075530"/>
            <a:ext cx="5639991" cy="2399884"/>
            <a:chOff x="0" y="0"/>
            <a:chExt cx="1846320" cy="857180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82B7CF5C-2AC5-09E2-98B9-4563CF4DAFEA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67020B2C-5391-9227-5A11-C4C082618DDE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726D4D2-B9E9-D829-3BBB-0A35FE054D7C}"/>
              </a:ext>
            </a:extLst>
          </p:cNvPr>
          <p:cNvSpPr/>
          <p:nvPr/>
        </p:nvSpPr>
        <p:spPr>
          <a:xfrm rot="16200000" flipH="1" flipV="1">
            <a:off x="-11848417" y="-15696515"/>
            <a:ext cx="41984834" cy="41984829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BFCBA88B-3F64-1110-510D-613D549E62F5}"/>
              </a:ext>
            </a:extLst>
          </p:cNvPr>
          <p:cNvSpPr/>
          <p:nvPr/>
        </p:nvSpPr>
        <p:spPr>
          <a:xfrm>
            <a:off x="3543300" y="-10693192"/>
            <a:ext cx="11201400" cy="2138818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B517C674-F21F-C45C-C10E-D02358DBAE5D}"/>
              </a:ext>
            </a:extLst>
          </p:cNvPr>
          <p:cNvSpPr txBox="1"/>
          <p:nvPr/>
        </p:nvSpPr>
        <p:spPr>
          <a:xfrm>
            <a:off x="3954711" y="-10586466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4F6B08-5C94-1B0F-BA46-A89D9CCBD10C}"/>
              </a:ext>
            </a:extLst>
          </p:cNvPr>
          <p:cNvGrpSpPr/>
          <p:nvPr/>
        </p:nvGrpSpPr>
        <p:grpSpPr>
          <a:xfrm>
            <a:off x="838200" y="1639644"/>
            <a:ext cx="16632679" cy="7007713"/>
            <a:chOff x="838200" y="1639644"/>
            <a:chExt cx="16632679" cy="7007713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3DA7A1FE-7C3F-CCF7-139C-C25919C911F9}"/>
                </a:ext>
              </a:extLst>
            </p:cNvPr>
            <p:cNvSpPr/>
            <p:nvPr/>
          </p:nvSpPr>
          <p:spPr>
            <a:xfrm>
              <a:off x="838200" y="2494365"/>
              <a:ext cx="7010247" cy="571500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 scaled="0"/>
            </a:gradFill>
          </p:spPr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35B4469-E5F5-CC44-E635-6DF688910A13}"/>
                </a:ext>
              </a:extLst>
            </p:cNvPr>
            <p:cNvSpPr/>
            <p:nvPr/>
          </p:nvSpPr>
          <p:spPr>
            <a:xfrm flipH="1" flipV="1">
              <a:off x="10460632" y="2494365"/>
              <a:ext cx="7010247" cy="571500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59BE417-0EFC-CEB0-7B0C-DB236468021B}"/>
                </a:ext>
              </a:extLst>
            </p:cNvPr>
            <p:cNvSpPr/>
            <p:nvPr/>
          </p:nvSpPr>
          <p:spPr>
            <a:xfrm>
              <a:off x="5640145" y="1639644"/>
              <a:ext cx="7007711" cy="7007713"/>
            </a:xfrm>
            <a:prstGeom prst="ellipse">
              <a:avLst/>
            </a:prstGeom>
            <a:solidFill>
              <a:srgbClr val="11172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F3290EF-031D-3CDD-8C94-85FA57B87F4B}"/>
              </a:ext>
            </a:extLst>
          </p:cNvPr>
          <p:cNvSpPr txBox="1"/>
          <p:nvPr/>
        </p:nvSpPr>
        <p:spPr>
          <a:xfrm>
            <a:off x="7002107" y="3989338"/>
            <a:ext cx="426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FF6892B-9A48-1F5D-01B6-90CD5563B6F1}"/>
              </a:ext>
            </a:extLst>
          </p:cNvPr>
          <p:cNvSpPr txBox="1"/>
          <p:nvPr/>
        </p:nvSpPr>
        <p:spPr>
          <a:xfrm>
            <a:off x="1219417" y="4275472"/>
            <a:ext cx="4001845" cy="1736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4000" b="1" spc="-91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ĐỐI VỚI NGƯỜI PHẠM TỘI</a:t>
            </a:r>
            <a:endParaRPr lang="en-US" sz="4000" u="none" strike="noStrike" spc="-91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941C156-D3A3-0726-D8AF-BEEF076D975D}"/>
              </a:ext>
            </a:extLst>
          </p:cNvPr>
          <p:cNvSpPr txBox="1"/>
          <p:nvPr/>
        </p:nvSpPr>
        <p:spPr>
          <a:xfrm>
            <a:off x="13050151" y="3813808"/>
            <a:ext cx="4018432" cy="2659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ct val="150000"/>
              </a:lnSpc>
              <a:spcBef>
                <a:spcPct val="0"/>
              </a:spcBef>
            </a:pPr>
            <a:r>
              <a:rPr lang="en-US" sz="4000" b="1" u="none" strike="noStrike" spc="-91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ĐỐI VỚI PHÁP NHÂN THƯƠNG MẠI PHẠM TỘI</a:t>
            </a:r>
            <a:endParaRPr lang="en-US" sz="4000" u="none" strike="noStrike" spc="-91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2817292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33A49-C2DA-EB5A-8094-A1194BF5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8F8704D-549E-5953-033A-03959A142913}"/>
              </a:ext>
            </a:extLst>
          </p:cNvPr>
          <p:cNvSpPr/>
          <p:nvPr/>
        </p:nvSpPr>
        <p:spPr>
          <a:xfrm rot="10800000" flipH="1" flipV="1">
            <a:off x="-19106810" y="-23107308"/>
            <a:ext cx="56501622" cy="56501615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6C9FF2C7-AE61-D8A1-EACD-292DBCDAE666}"/>
              </a:ext>
            </a:extLst>
          </p:cNvPr>
          <p:cNvSpPr/>
          <p:nvPr/>
        </p:nvSpPr>
        <p:spPr>
          <a:xfrm>
            <a:off x="3543300" y="-10693192"/>
            <a:ext cx="11201400" cy="2138818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4BC968CF-B481-67A3-BA6F-42180038072B}"/>
              </a:ext>
            </a:extLst>
          </p:cNvPr>
          <p:cNvSpPr txBox="1"/>
          <p:nvPr/>
        </p:nvSpPr>
        <p:spPr>
          <a:xfrm>
            <a:off x="3954711" y="-10586466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0205BC7-ED1C-C792-8EBD-42366AFA4A1A}"/>
              </a:ext>
            </a:extLst>
          </p:cNvPr>
          <p:cNvGrpSpPr/>
          <p:nvPr/>
        </p:nvGrpSpPr>
        <p:grpSpPr>
          <a:xfrm>
            <a:off x="417071" y="10594297"/>
            <a:ext cx="16632679" cy="7007713"/>
            <a:chOff x="838200" y="1639644"/>
            <a:chExt cx="16632679" cy="7007713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59619F11-7552-4A07-FCD0-FA055A8A1B4D}"/>
                </a:ext>
              </a:extLst>
            </p:cNvPr>
            <p:cNvSpPr/>
            <p:nvPr/>
          </p:nvSpPr>
          <p:spPr>
            <a:xfrm>
              <a:off x="838200" y="2494365"/>
              <a:ext cx="7010247" cy="571500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 scaled="0"/>
            </a:gradFill>
          </p:spPr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F0EAB1D7-1755-5398-82C0-A6746A95F693}"/>
                </a:ext>
              </a:extLst>
            </p:cNvPr>
            <p:cNvSpPr/>
            <p:nvPr/>
          </p:nvSpPr>
          <p:spPr>
            <a:xfrm flipH="1" flipV="1">
              <a:off x="10460632" y="2494365"/>
              <a:ext cx="7010247" cy="571500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DFF61AA-3A56-44F7-A903-AB436157EBD9}"/>
                </a:ext>
              </a:extLst>
            </p:cNvPr>
            <p:cNvSpPr/>
            <p:nvPr/>
          </p:nvSpPr>
          <p:spPr>
            <a:xfrm>
              <a:off x="5640145" y="1639644"/>
              <a:ext cx="7007711" cy="7007713"/>
            </a:xfrm>
            <a:prstGeom prst="ellipse">
              <a:avLst/>
            </a:prstGeom>
            <a:solidFill>
              <a:srgbClr val="11172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EB3123D-BCDB-40BB-82E3-7EB5A4B76789}"/>
              </a:ext>
            </a:extLst>
          </p:cNvPr>
          <p:cNvSpPr txBox="1"/>
          <p:nvPr/>
        </p:nvSpPr>
        <p:spPr>
          <a:xfrm>
            <a:off x="6599811" y="12636694"/>
            <a:ext cx="426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104B4F58-EB0F-A3FF-0D6D-0714FF1C16B2}"/>
              </a:ext>
            </a:extLst>
          </p:cNvPr>
          <p:cNvSpPr txBox="1"/>
          <p:nvPr/>
        </p:nvSpPr>
        <p:spPr>
          <a:xfrm>
            <a:off x="12647855" y="12461164"/>
            <a:ext cx="4018432" cy="2659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ct val="150000"/>
              </a:lnSpc>
              <a:spcBef>
                <a:spcPct val="0"/>
              </a:spcBef>
            </a:pPr>
            <a:r>
              <a:rPr lang="en-US" sz="4000" b="1" u="none" strike="noStrike" spc="-91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ĐỐI VỚI PHÁP NHÂN THƯƠNG MẠI PHẠM TỘI</a:t>
            </a:r>
            <a:endParaRPr lang="en-US" sz="4000" u="none" strike="noStrike" spc="-91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7AC178DA-920A-820C-AEBF-D4BA835CF6A4}"/>
              </a:ext>
            </a:extLst>
          </p:cNvPr>
          <p:cNvGrpSpPr/>
          <p:nvPr/>
        </p:nvGrpSpPr>
        <p:grpSpPr>
          <a:xfrm>
            <a:off x="762000" y="225636"/>
            <a:ext cx="16764000" cy="9578536"/>
            <a:chOff x="0" y="0"/>
            <a:chExt cx="1846320" cy="85718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26FA689-1651-355A-5D7B-7E4F7FC53DFA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65C2785-4A75-716D-1145-3AB4120EBFD0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99827840-6C08-6BA3-4EEA-FC62A4D1FF0B}"/>
              </a:ext>
            </a:extLst>
          </p:cNvPr>
          <p:cNvSpPr txBox="1"/>
          <p:nvPr/>
        </p:nvSpPr>
        <p:spPr>
          <a:xfrm>
            <a:off x="5562600" y="426553"/>
            <a:ext cx="7162800" cy="812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4000" b="1" spc="-91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ĐỐI VỚI NGƯỜI PHẠM TỘI</a:t>
            </a:r>
            <a:endParaRPr lang="en-US" sz="4000" u="none" strike="noStrike" spc="-91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FAB78B-61EC-CA6F-C8AC-B35877A9DD7C}"/>
              </a:ext>
            </a:extLst>
          </p:cNvPr>
          <p:cNvSpPr txBox="1"/>
          <p:nvPr/>
        </p:nvSpPr>
        <p:spPr>
          <a:xfrm>
            <a:off x="1134707" y="1452150"/>
            <a:ext cx="16002000" cy="7953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5663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Tịch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Công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55663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Bồi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bồi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55663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55663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vi.</a:t>
            </a:r>
          </a:p>
          <a:p>
            <a:pPr>
              <a:lnSpc>
                <a:spcPct val="130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18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tuổi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55663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nhắc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nhở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55663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55663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phường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trấn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Thay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55663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01–02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1554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D8AD8-CB4B-5EAD-09F6-174AEAF9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573E37-9909-F782-BD63-430BCA0A0309}"/>
              </a:ext>
            </a:extLst>
          </p:cNvPr>
          <p:cNvGrpSpPr/>
          <p:nvPr/>
        </p:nvGrpSpPr>
        <p:grpSpPr>
          <a:xfrm>
            <a:off x="19278600" y="3813808"/>
            <a:ext cx="5639991" cy="2399884"/>
            <a:chOff x="0" y="0"/>
            <a:chExt cx="1846320" cy="85718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BDEE5D9-11AA-40C7-2180-6206D9F9ABC6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1120D3F-91C1-98F0-588F-8764035D6DB5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753F6BB-FF6E-43D1-2A29-9BAAA1684736}"/>
              </a:ext>
            </a:extLst>
          </p:cNvPr>
          <p:cNvSpPr/>
          <p:nvPr/>
        </p:nvSpPr>
        <p:spPr>
          <a:xfrm rot="16200000" flipH="1" flipV="1">
            <a:off x="-11848417" y="-15848914"/>
            <a:ext cx="41984834" cy="41984829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CAAC34F9-51F1-BEDC-10DF-887A6EC7BFAD}"/>
              </a:ext>
            </a:extLst>
          </p:cNvPr>
          <p:cNvSpPr/>
          <p:nvPr/>
        </p:nvSpPr>
        <p:spPr>
          <a:xfrm>
            <a:off x="3543300" y="-10693192"/>
            <a:ext cx="11201400" cy="2138818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69D1670D-9DAD-3B80-4DC0-B90790C7E1F2}"/>
              </a:ext>
            </a:extLst>
          </p:cNvPr>
          <p:cNvSpPr txBox="1"/>
          <p:nvPr/>
        </p:nvSpPr>
        <p:spPr>
          <a:xfrm>
            <a:off x="3954711" y="-10586466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68663B-C2AC-483E-60A7-A0F24311D727}"/>
              </a:ext>
            </a:extLst>
          </p:cNvPr>
          <p:cNvGrpSpPr/>
          <p:nvPr/>
        </p:nvGrpSpPr>
        <p:grpSpPr>
          <a:xfrm>
            <a:off x="838200" y="1639644"/>
            <a:ext cx="16632679" cy="7007713"/>
            <a:chOff x="838200" y="1639644"/>
            <a:chExt cx="16632679" cy="7007713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AFB6A7CD-C2E6-066F-BEBE-1B082330670D}"/>
                </a:ext>
              </a:extLst>
            </p:cNvPr>
            <p:cNvSpPr/>
            <p:nvPr/>
          </p:nvSpPr>
          <p:spPr>
            <a:xfrm>
              <a:off x="838200" y="2494365"/>
              <a:ext cx="7010247" cy="571500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 scaled="0"/>
            </a:gradFill>
          </p:spPr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28FB67E-8383-3809-941E-78114577FF25}"/>
                </a:ext>
              </a:extLst>
            </p:cNvPr>
            <p:cNvSpPr/>
            <p:nvPr/>
          </p:nvSpPr>
          <p:spPr>
            <a:xfrm flipH="1" flipV="1">
              <a:off x="10460632" y="2494365"/>
              <a:ext cx="7010247" cy="571500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4AEAC78-B3FC-90E1-A6D6-E0217B1012F7}"/>
                </a:ext>
              </a:extLst>
            </p:cNvPr>
            <p:cNvSpPr/>
            <p:nvPr/>
          </p:nvSpPr>
          <p:spPr>
            <a:xfrm>
              <a:off x="5640145" y="1639644"/>
              <a:ext cx="7007711" cy="7007713"/>
            </a:xfrm>
            <a:prstGeom prst="ellipse">
              <a:avLst/>
            </a:prstGeom>
            <a:solidFill>
              <a:srgbClr val="11172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15CFF59-9C12-185B-6672-E775D926667B}"/>
              </a:ext>
            </a:extLst>
          </p:cNvPr>
          <p:cNvSpPr txBox="1"/>
          <p:nvPr/>
        </p:nvSpPr>
        <p:spPr>
          <a:xfrm>
            <a:off x="7002107" y="3989338"/>
            <a:ext cx="426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1A761E98-0C0E-F73D-0FA8-6373B7FCEFE3}"/>
              </a:ext>
            </a:extLst>
          </p:cNvPr>
          <p:cNvSpPr txBox="1"/>
          <p:nvPr/>
        </p:nvSpPr>
        <p:spPr>
          <a:xfrm>
            <a:off x="1219417" y="4275472"/>
            <a:ext cx="4001845" cy="1736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4000" b="1" spc="-91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ĐỐI VỚI NGƯỜI PHẠM TỘI</a:t>
            </a:r>
            <a:endParaRPr lang="en-US" sz="4000" u="none" strike="noStrike" spc="-91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5C3274C7-BDCE-A69A-2B6F-E20AA61717C9}"/>
              </a:ext>
            </a:extLst>
          </p:cNvPr>
          <p:cNvSpPr txBox="1"/>
          <p:nvPr/>
        </p:nvSpPr>
        <p:spPr>
          <a:xfrm>
            <a:off x="13050151" y="3813808"/>
            <a:ext cx="4018432" cy="2659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ct val="150000"/>
              </a:lnSpc>
              <a:spcBef>
                <a:spcPct val="0"/>
              </a:spcBef>
            </a:pPr>
            <a:r>
              <a:rPr lang="en-US" sz="4000" b="1" u="none" strike="noStrike" spc="-91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ĐỐI VỚI PHÁP NHÂN THƯƠNG MẠI PHẠM TỘI</a:t>
            </a:r>
            <a:endParaRPr lang="en-US" sz="4000" u="none" strike="noStrike" spc="-91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</p:spTree>
    <p:extLst>
      <p:ext uri="{BB962C8B-B14F-4D97-AF65-F5344CB8AC3E}">
        <p14:creationId xmlns:p14="http://schemas.microsoft.com/office/powerpoint/2010/main" val="3111640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D28A20-00D0-9A4C-C3EC-1ABA1608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A604E3-D37E-33AD-98E5-65C04A40AAFB}"/>
              </a:ext>
            </a:extLst>
          </p:cNvPr>
          <p:cNvSpPr/>
          <p:nvPr/>
        </p:nvSpPr>
        <p:spPr>
          <a:xfrm rot="10800000" flipH="1" flipV="1">
            <a:off x="-19106810" y="-23107308"/>
            <a:ext cx="56501622" cy="56501615"/>
          </a:xfrm>
          <a:custGeom>
            <a:avLst/>
            <a:gdLst>
              <a:gd name="csX0" fmla="*/ 3170792 w 9144000"/>
              <a:gd name="csY0" fmla="*/ 3214865 h 9143999"/>
              <a:gd name="csX1" fmla="*/ 3084249 w 9144000"/>
              <a:gd name="csY1" fmla="*/ 3307139 h 9143999"/>
              <a:gd name="csX2" fmla="*/ 3038591 w 9144000"/>
              <a:gd name="csY2" fmla="*/ 5781128 h 9143999"/>
              <a:gd name="csX3" fmla="*/ 3120061 w 9144000"/>
              <a:gd name="csY3" fmla="*/ 5874080 h 9143999"/>
              <a:gd name="csX4" fmla="*/ 1717034 w 9144000"/>
              <a:gd name="csY4" fmla="*/ 7234876 h 9143999"/>
              <a:gd name="csX5" fmla="*/ 1632435 w 9144000"/>
              <a:gd name="csY5" fmla="*/ 7143121 h 9143999"/>
              <a:gd name="csX6" fmla="*/ 718981 w 9144000"/>
              <a:gd name="csY6" fmla="*/ 5210721 h 9143999"/>
              <a:gd name="csX7" fmla="*/ 690641 w 9144000"/>
              <a:gd name="csY7" fmla="*/ 4972571 h 9143999"/>
              <a:gd name="csX8" fmla="*/ 0 w 9144000"/>
              <a:gd name="csY8" fmla="*/ 4571999 h 9143999"/>
              <a:gd name="csX9" fmla="*/ 687721 w 9144000"/>
              <a:gd name="csY9" fmla="*/ 4173121 h 9143999"/>
              <a:gd name="csX10" fmla="*/ 688620 w 9144000"/>
              <a:gd name="csY10" fmla="*/ 4158352 h 9143999"/>
              <a:gd name="csX11" fmla="*/ 1716628 w 9144000"/>
              <a:gd name="csY11" fmla="*/ 1907697 h 9143999"/>
              <a:gd name="csX12" fmla="*/ 1810364 w 9144000"/>
              <a:gd name="csY12" fmla="*/ 1812217 h 9143999"/>
              <a:gd name="csX13" fmla="*/ 7246117 w 9144000"/>
              <a:gd name="csY13" fmla="*/ 7416665 h 9143999"/>
              <a:gd name="csX14" fmla="*/ 7147817 w 9144000"/>
              <a:gd name="csY14" fmla="*/ 7507441 h 9143999"/>
              <a:gd name="csX15" fmla="*/ 5042032 w 9144000"/>
              <a:gd name="csY15" fmla="*/ 8449072 h 9143999"/>
              <a:gd name="csX16" fmla="*/ 4971031 w 9144000"/>
              <a:gd name="csY16" fmla="*/ 8456014 h 9143999"/>
              <a:gd name="csX17" fmla="*/ 4572000 w 9144000"/>
              <a:gd name="csY17" fmla="*/ 9143999 h 9143999"/>
              <a:gd name="csX18" fmla="*/ 4173393 w 9144000"/>
              <a:gd name="csY18" fmla="*/ 8456746 h 9143999"/>
              <a:gd name="csX19" fmla="*/ 4164180 w 9144000"/>
              <a:gd name="csY19" fmla="*/ 8455992 h 9143999"/>
              <a:gd name="csX20" fmla="*/ 1912266 w 9144000"/>
              <a:gd name="csY20" fmla="*/ 7431636 h 9143999"/>
              <a:gd name="csX21" fmla="*/ 1801363 w 9144000"/>
              <a:gd name="csY21" fmla="*/ 7322929 h 9143999"/>
              <a:gd name="csX22" fmla="*/ 3203838 w 9144000"/>
              <a:gd name="csY22" fmla="*/ 5962669 h 9143999"/>
              <a:gd name="csX23" fmla="*/ 3316585 w 9144000"/>
              <a:gd name="csY23" fmla="*/ 6067749 h 9143999"/>
              <a:gd name="csX24" fmla="*/ 5790815 w 9144000"/>
              <a:gd name="csY24" fmla="*/ 6097701 h 9143999"/>
              <a:gd name="csX25" fmla="*/ 5885689 w 9144000"/>
              <a:gd name="csY25" fmla="*/ 6014017 h 9143999"/>
              <a:gd name="csX26" fmla="*/ 7320860 w 9144000"/>
              <a:gd name="csY26" fmla="*/ 1799726 h 9143999"/>
              <a:gd name="csX27" fmla="*/ 5917833 w 9144000"/>
              <a:gd name="csY27" fmla="*/ 3160522 h 9143999"/>
              <a:gd name="csX28" fmla="*/ 5827413 w 9144000"/>
              <a:gd name="csY28" fmla="*/ 3076250 h 9143999"/>
              <a:gd name="csX29" fmla="*/ 3353184 w 9144000"/>
              <a:gd name="csY29" fmla="*/ 3046299 h 9143999"/>
              <a:gd name="csX30" fmla="*/ 3258309 w 9144000"/>
              <a:gd name="csY30" fmla="*/ 3129983 h 9143999"/>
              <a:gd name="csX31" fmla="*/ 1897881 w 9144000"/>
              <a:gd name="csY31" fmla="*/ 1727334 h 9143999"/>
              <a:gd name="csX32" fmla="*/ 1996181 w 9144000"/>
              <a:gd name="csY32" fmla="*/ 1636558 h 9143999"/>
              <a:gd name="csX33" fmla="*/ 3927483 w 9144000"/>
              <a:gd name="csY33" fmla="*/ 719942 h 9143999"/>
              <a:gd name="csX34" fmla="*/ 4171491 w 9144000"/>
              <a:gd name="csY34" fmla="*/ 690534 h 9143999"/>
              <a:gd name="csX35" fmla="*/ 4572000 w 9144000"/>
              <a:gd name="csY35" fmla="*/ 0 h 9143999"/>
              <a:gd name="csX36" fmla="*/ 4970731 w 9144000"/>
              <a:gd name="csY36" fmla="*/ 687468 h 9143999"/>
              <a:gd name="csX37" fmla="*/ 4979819 w 9144000"/>
              <a:gd name="csY37" fmla="*/ 688007 h 9143999"/>
              <a:gd name="csX38" fmla="*/ 7231732 w 9144000"/>
              <a:gd name="csY38" fmla="*/ 1712364 h 9143999"/>
              <a:gd name="csX39" fmla="*/ 9144000 w 9144000"/>
              <a:gd name="csY39" fmla="*/ 4571999 h 9143999"/>
              <a:gd name="csX40" fmla="*/ 8456626 w 9144000"/>
              <a:gd name="csY40" fmla="*/ 4970675 h 9143999"/>
              <a:gd name="csX41" fmla="*/ 8455378 w 9144000"/>
              <a:gd name="csY41" fmla="*/ 4985647 h 9143999"/>
              <a:gd name="csX42" fmla="*/ 7427371 w 9144000"/>
              <a:gd name="csY42" fmla="*/ 7236302 h 9143999"/>
              <a:gd name="csX43" fmla="*/ 7333635 w 9144000"/>
              <a:gd name="csY43" fmla="*/ 7331783 h 9143999"/>
              <a:gd name="csX44" fmla="*/ 5973207 w 9144000"/>
              <a:gd name="csY44" fmla="*/ 5929135 h 9143999"/>
              <a:gd name="csX45" fmla="*/ 6059750 w 9144000"/>
              <a:gd name="csY45" fmla="*/ 5836861 h 9143999"/>
              <a:gd name="csX46" fmla="*/ 6105407 w 9144000"/>
              <a:gd name="csY46" fmla="*/ 3362871 h 9143999"/>
              <a:gd name="csX47" fmla="*/ 6003820 w 9144000"/>
              <a:gd name="csY47" fmla="*/ 3246967 h 9143999"/>
              <a:gd name="csX48" fmla="*/ 7406296 w 9144000"/>
              <a:gd name="csY48" fmla="*/ 1886706 h 9143999"/>
              <a:gd name="csX49" fmla="*/ 7511563 w 9144000"/>
              <a:gd name="csY49" fmla="*/ 2000879 h 9143999"/>
              <a:gd name="csX50" fmla="*/ 8449769 w 9144000"/>
              <a:gd name="csY50" fmla="*/ 4107791 h 9143999"/>
              <a:gd name="csX51" fmla="*/ 8456045 w 9144000"/>
              <a:gd name="csY51" fmla="*/ 4172985 h 914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144000" h="9143999">
                <a:moveTo>
                  <a:pt x="3170792" y="3214865"/>
                </a:moveTo>
                <a:lnTo>
                  <a:pt x="3084249" y="3307139"/>
                </a:lnTo>
                <a:cubicBezTo>
                  <a:pt x="2481709" y="4014162"/>
                  <a:pt x="2463213" y="5053247"/>
                  <a:pt x="3038591" y="5781128"/>
                </a:cubicBezTo>
                <a:lnTo>
                  <a:pt x="3120061" y="5874080"/>
                </a:lnTo>
                <a:lnTo>
                  <a:pt x="1717034" y="7234876"/>
                </a:lnTo>
                <a:lnTo>
                  <a:pt x="1632435" y="7143121"/>
                </a:lnTo>
                <a:cubicBezTo>
                  <a:pt x="1137823" y="6578583"/>
                  <a:pt x="833759" y="5906917"/>
                  <a:pt x="718981" y="5210721"/>
                </a:cubicBezTo>
                <a:lnTo>
                  <a:pt x="690641" y="4972571"/>
                </a:lnTo>
                <a:lnTo>
                  <a:pt x="0" y="4571999"/>
                </a:lnTo>
                <a:lnTo>
                  <a:pt x="687721" y="4173121"/>
                </a:lnTo>
                <a:lnTo>
                  <a:pt x="688620" y="4158352"/>
                </a:lnTo>
                <a:cubicBezTo>
                  <a:pt x="775177" y="3341593"/>
                  <a:pt x="1118515" y="2547655"/>
                  <a:pt x="1716628" y="1907697"/>
                </a:cubicBezTo>
                <a:lnTo>
                  <a:pt x="1810364" y="1812217"/>
                </a:lnTo>
                <a:close/>
                <a:moveTo>
                  <a:pt x="7246117" y="7416665"/>
                </a:moveTo>
                <a:lnTo>
                  <a:pt x="7147817" y="7507441"/>
                </a:lnTo>
                <a:cubicBezTo>
                  <a:pt x="6536879" y="8044416"/>
                  <a:pt x="5799946" y="8357758"/>
                  <a:pt x="5042032" y="8449072"/>
                </a:cubicBezTo>
                <a:lnTo>
                  <a:pt x="4971031" y="8456014"/>
                </a:lnTo>
                <a:lnTo>
                  <a:pt x="4572000" y="9143999"/>
                </a:lnTo>
                <a:lnTo>
                  <a:pt x="4173393" y="8456746"/>
                </a:lnTo>
                <a:lnTo>
                  <a:pt x="4164180" y="8455992"/>
                </a:lnTo>
                <a:cubicBezTo>
                  <a:pt x="3347313" y="8370656"/>
                  <a:pt x="2552956" y="8028536"/>
                  <a:pt x="1912266" y="7431636"/>
                </a:cubicBezTo>
                <a:lnTo>
                  <a:pt x="1801363" y="7322929"/>
                </a:lnTo>
                <a:lnTo>
                  <a:pt x="3203838" y="5962669"/>
                </a:lnTo>
                <a:lnTo>
                  <a:pt x="3316585" y="6067749"/>
                </a:lnTo>
                <a:cubicBezTo>
                  <a:pt x="4026547" y="6665098"/>
                  <a:pt x="5065713" y="6678358"/>
                  <a:pt x="5790815" y="6097701"/>
                </a:cubicBezTo>
                <a:lnTo>
                  <a:pt x="5885689" y="6014017"/>
                </a:lnTo>
                <a:close/>
                <a:moveTo>
                  <a:pt x="7320860" y="1799726"/>
                </a:moveTo>
                <a:lnTo>
                  <a:pt x="5917833" y="3160522"/>
                </a:lnTo>
                <a:lnTo>
                  <a:pt x="5827413" y="3076250"/>
                </a:lnTo>
                <a:cubicBezTo>
                  <a:pt x="5117452" y="2478902"/>
                  <a:pt x="4078287" y="2465641"/>
                  <a:pt x="3353184" y="3046299"/>
                </a:cubicBezTo>
                <a:lnTo>
                  <a:pt x="3258309" y="3129983"/>
                </a:lnTo>
                <a:lnTo>
                  <a:pt x="1897881" y="1727334"/>
                </a:lnTo>
                <a:lnTo>
                  <a:pt x="1996181" y="1636558"/>
                </a:lnTo>
                <a:cubicBezTo>
                  <a:pt x="2560124" y="1140889"/>
                  <a:pt x="3231423" y="835771"/>
                  <a:pt x="3927483" y="719942"/>
                </a:cubicBezTo>
                <a:lnTo>
                  <a:pt x="4171491" y="690534"/>
                </a:lnTo>
                <a:lnTo>
                  <a:pt x="4572000" y="0"/>
                </a:lnTo>
                <a:lnTo>
                  <a:pt x="4970731" y="687468"/>
                </a:lnTo>
                <a:lnTo>
                  <a:pt x="4979819" y="688007"/>
                </a:lnTo>
                <a:cubicBezTo>
                  <a:pt x="5796684" y="773343"/>
                  <a:pt x="6591042" y="1115463"/>
                  <a:pt x="7231732" y="1712364"/>
                </a:cubicBezTo>
                <a:close/>
                <a:moveTo>
                  <a:pt x="9144000" y="4571999"/>
                </a:moveTo>
                <a:lnTo>
                  <a:pt x="8456626" y="4970675"/>
                </a:lnTo>
                <a:lnTo>
                  <a:pt x="8455378" y="4985647"/>
                </a:lnTo>
                <a:cubicBezTo>
                  <a:pt x="8368821" y="5802406"/>
                  <a:pt x="8025484" y="6596344"/>
                  <a:pt x="7427371" y="7236302"/>
                </a:cubicBezTo>
                <a:lnTo>
                  <a:pt x="7333635" y="7331783"/>
                </a:lnTo>
                <a:lnTo>
                  <a:pt x="5973207" y="5929135"/>
                </a:lnTo>
                <a:lnTo>
                  <a:pt x="6059750" y="5836861"/>
                </a:lnTo>
                <a:cubicBezTo>
                  <a:pt x="6662290" y="5129837"/>
                  <a:pt x="6680785" y="4090753"/>
                  <a:pt x="6105407" y="3362871"/>
                </a:cubicBezTo>
                <a:lnTo>
                  <a:pt x="6003820" y="3246967"/>
                </a:lnTo>
                <a:lnTo>
                  <a:pt x="7406296" y="1886706"/>
                </a:lnTo>
                <a:lnTo>
                  <a:pt x="7511563" y="2000879"/>
                </a:lnTo>
                <a:cubicBezTo>
                  <a:pt x="8047392" y="2612462"/>
                  <a:pt x="8359593" y="3349770"/>
                  <a:pt x="8449769" y="4107791"/>
                </a:cubicBezTo>
                <a:lnTo>
                  <a:pt x="8456045" y="4172985"/>
                </a:lnTo>
                <a:close/>
              </a:path>
            </a:pathLst>
          </a:custGeom>
          <a:gradFill>
            <a:gsLst>
              <a:gs pos="50000">
                <a:srgbClr val="7DA6E8"/>
              </a:gs>
              <a:gs pos="0">
                <a:srgbClr val="DCE6F2"/>
              </a:gs>
              <a:gs pos="100000">
                <a:srgbClr val="2F4FA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9907B151-2911-A325-4B3E-1EA23C34428E}"/>
              </a:ext>
            </a:extLst>
          </p:cNvPr>
          <p:cNvSpPr/>
          <p:nvPr/>
        </p:nvSpPr>
        <p:spPr>
          <a:xfrm>
            <a:off x="3543300" y="-10693192"/>
            <a:ext cx="11201400" cy="2138818"/>
          </a:xfrm>
          <a:custGeom>
            <a:avLst/>
            <a:gdLst/>
            <a:ahLst/>
            <a:cxnLst/>
            <a:rect l="l" t="t" r="r" b="b"/>
            <a:pathLst>
              <a:path w="1657702" h="268543">
                <a:moveTo>
                  <a:pt x="78722" y="0"/>
                </a:moveTo>
                <a:lnTo>
                  <a:pt x="1578980" y="0"/>
                </a:lnTo>
                <a:cubicBezTo>
                  <a:pt x="1599858" y="0"/>
                  <a:pt x="1619881" y="8294"/>
                  <a:pt x="1634645" y="23057"/>
                </a:cubicBezTo>
                <a:cubicBezTo>
                  <a:pt x="1649408" y="37820"/>
                  <a:pt x="1657702" y="57844"/>
                  <a:pt x="1657702" y="78722"/>
                </a:cubicBezTo>
                <a:lnTo>
                  <a:pt x="1657702" y="189821"/>
                </a:lnTo>
                <a:cubicBezTo>
                  <a:pt x="1657702" y="210699"/>
                  <a:pt x="1649408" y="230723"/>
                  <a:pt x="1634645" y="245486"/>
                </a:cubicBezTo>
                <a:cubicBezTo>
                  <a:pt x="1619881" y="260249"/>
                  <a:pt x="1599858" y="268543"/>
                  <a:pt x="1578980" y="268543"/>
                </a:cubicBezTo>
                <a:lnTo>
                  <a:pt x="78722" y="268543"/>
                </a:lnTo>
                <a:cubicBezTo>
                  <a:pt x="57844" y="268543"/>
                  <a:pt x="37820" y="260249"/>
                  <a:pt x="23057" y="245486"/>
                </a:cubicBezTo>
                <a:cubicBezTo>
                  <a:pt x="8294" y="230723"/>
                  <a:pt x="0" y="210699"/>
                  <a:pt x="0" y="189821"/>
                </a:cubicBezTo>
                <a:lnTo>
                  <a:pt x="0" y="78722"/>
                </a:lnTo>
                <a:cubicBezTo>
                  <a:pt x="0" y="57844"/>
                  <a:pt x="8294" y="37820"/>
                  <a:pt x="23057" y="23057"/>
                </a:cubicBezTo>
                <a:cubicBezTo>
                  <a:pt x="37820" y="8294"/>
                  <a:pt x="57844" y="0"/>
                  <a:pt x="78722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08E41BF4-7352-0992-2720-9F68EB0BDC7F}"/>
              </a:ext>
            </a:extLst>
          </p:cNvPr>
          <p:cNvSpPr txBox="1"/>
          <p:nvPr/>
        </p:nvSpPr>
        <p:spPr>
          <a:xfrm>
            <a:off x="3954711" y="-10586466"/>
            <a:ext cx="10361992" cy="190969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68E5545-1FB3-6813-C3BC-EBB8838F6B74}"/>
              </a:ext>
            </a:extLst>
          </p:cNvPr>
          <p:cNvGrpSpPr/>
          <p:nvPr/>
        </p:nvGrpSpPr>
        <p:grpSpPr>
          <a:xfrm>
            <a:off x="417071" y="10594297"/>
            <a:ext cx="16632679" cy="7007713"/>
            <a:chOff x="838200" y="1639644"/>
            <a:chExt cx="16632679" cy="7007713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B1AB10BA-556B-CA7E-DF3C-0FA8C680CA3E}"/>
                </a:ext>
              </a:extLst>
            </p:cNvPr>
            <p:cNvSpPr/>
            <p:nvPr/>
          </p:nvSpPr>
          <p:spPr>
            <a:xfrm>
              <a:off x="838200" y="2494365"/>
              <a:ext cx="7010247" cy="571500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 scaled="0"/>
            </a:gradFill>
          </p:spPr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106A21D1-06F7-455A-4269-B388B8DE0312}"/>
                </a:ext>
              </a:extLst>
            </p:cNvPr>
            <p:cNvSpPr/>
            <p:nvPr/>
          </p:nvSpPr>
          <p:spPr>
            <a:xfrm flipH="1" flipV="1">
              <a:off x="10460632" y="2494365"/>
              <a:ext cx="7010247" cy="571500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C6FE77-128C-2089-B467-BA53FE30B2F5}"/>
                </a:ext>
              </a:extLst>
            </p:cNvPr>
            <p:cNvSpPr/>
            <p:nvPr/>
          </p:nvSpPr>
          <p:spPr>
            <a:xfrm>
              <a:off x="5640145" y="1639644"/>
              <a:ext cx="7007711" cy="7007713"/>
            </a:xfrm>
            <a:prstGeom prst="ellipse">
              <a:avLst/>
            </a:prstGeom>
            <a:solidFill>
              <a:srgbClr val="11172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4E93F85-96BF-5360-0A5B-2916A2CF8DF1}"/>
              </a:ext>
            </a:extLst>
          </p:cNvPr>
          <p:cNvSpPr txBox="1"/>
          <p:nvPr/>
        </p:nvSpPr>
        <p:spPr>
          <a:xfrm>
            <a:off x="6599811" y="12636694"/>
            <a:ext cx="426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Biện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F377AB52-FF18-03BE-65DF-8ABCA5A47D90}"/>
              </a:ext>
            </a:extLst>
          </p:cNvPr>
          <p:cNvSpPr txBox="1"/>
          <p:nvPr/>
        </p:nvSpPr>
        <p:spPr>
          <a:xfrm>
            <a:off x="12647855" y="12461164"/>
            <a:ext cx="4018432" cy="2659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ct val="150000"/>
              </a:lnSpc>
              <a:spcBef>
                <a:spcPct val="0"/>
              </a:spcBef>
            </a:pPr>
            <a:r>
              <a:rPr lang="en-US" sz="4000" b="1" u="none" strike="noStrike" spc="-91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ĐỐI VỚI PHÁP NHÂN THƯƠNG MẠI PHẠM TỘI</a:t>
            </a:r>
            <a:endParaRPr lang="en-US" sz="4000" u="none" strike="noStrike" spc="-91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1C9B2581-A0FC-7DDF-E0C3-398903D8C36C}"/>
              </a:ext>
            </a:extLst>
          </p:cNvPr>
          <p:cNvGrpSpPr/>
          <p:nvPr/>
        </p:nvGrpSpPr>
        <p:grpSpPr>
          <a:xfrm>
            <a:off x="762000" y="225636"/>
            <a:ext cx="16764000" cy="9578536"/>
            <a:chOff x="0" y="0"/>
            <a:chExt cx="1846320" cy="85718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B5FBF14-8400-9118-A92E-5C50F983A27A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593B4E-0737-1BEA-52AE-75D8AFFD021C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0" name="TextBox 10">
            <a:extLst>
              <a:ext uri="{FF2B5EF4-FFF2-40B4-BE49-F238E27FC236}">
                <a16:creationId xmlns:a16="http://schemas.microsoft.com/office/drawing/2014/main" id="{F6F298EB-B2EF-A3E6-546C-7B41C806B188}"/>
              </a:ext>
            </a:extLst>
          </p:cNvPr>
          <p:cNvSpPr txBox="1"/>
          <p:nvPr/>
        </p:nvSpPr>
        <p:spPr>
          <a:xfrm>
            <a:off x="4648200" y="225636"/>
            <a:ext cx="8991600" cy="1736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spcBef>
                <a:spcPct val="0"/>
              </a:spcBef>
            </a:pPr>
            <a:r>
              <a:rPr lang="en-US" sz="4000" b="1" spc="-91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ĐỐI VỚI PHÁP NHÂN THƯƠNG MẠI PHẠM TỘI</a:t>
            </a:r>
            <a:endParaRPr lang="en-US" sz="4000" spc="-91" dirty="0">
              <a:solidFill>
                <a:schemeClr val="bg1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186E4-0977-51E1-5086-D164DBC194D3}"/>
              </a:ext>
            </a:extLst>
          </p:cNvPr>
          <p:cNvSpPr txBox="1"/>
          <p:nvPr/>
        </p:nvSpPr>
        <p:spPr>
          <a:xfrm>
            <a:off x="1143000" y="2171700"/>
            <a:ext cx="16002000" cy="6502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96925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ra.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96925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ngăn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chặn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dỡ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nhiễm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96925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trồng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96925" indent="-5715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Ngăn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chặn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31" name="Group 2">
            <a:extLst>
              <a:ext uri="{FF2B5EF4-FFF2-40B4-BE49-F238E27FC236}">
                <a16:creationId xmlns:a16="http://schemas.microsoft.com/office/drawing/2014/main" id="{5BB42E22-B6E1-8445-B02A-18AB876AE883}"/>
              </a:ext>
            </a:extLst>
          </p:cNvPr>
          <p:cNvGrpSpPr/>
          <p:nvPr/>
        </p:nvGrpSpPr>
        <p:grpSpPr>
          <a:xfrm>
            <a:off x="7848600" y="-2800027"/>
            <a:ext cx="3219604" cy="1578688"/>
            <a:chOff x="0" y="0"/>
            <a:chExt cx="1846320" cy="857180"/>
          </a:xfrm>
        </p:grpSpPr>
        <p:sp>
          <p:nvSpPr>
            <p:cNvPr id="32" name="Freeform 3">
              <a:extLst>
                <a:ext uri="{FF2B5EF4-FFF2-40B4-BE49-F238E27FC236}">
                  <a16:creationId xmlns:a16="http://schemas.microsoft.com/office/drawing/2014/main" id="{343466A2-0C99-9213-A01F-576FAE96EC0A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TextBox 4">
              <a:extLst>
                <a:ext uri="{FF2B5EF4-FFF2-40B4-BE49-F238E27FC236}">
                  <a16:creationId xmlns:a16="http://schemas.microsoft.com/office/drawing/2014/main" id="{1096BEB8-992B-56B3-3A59-29F2FE6E7D67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ABD291F1-153C-15F5-F97C-7701FF7D77DB}"/>
              </a:ext>
            </a:extLst>
          </p:cNvPr>
          <p:cNvGrpSpPr/>
          <p:nvPr/>
        </p:nvGrpSpPr>
        <p:grpSpPr>
          <a:xfrm>
            <a:off x="7823200" y="-2845745"/>
            <a:ext cx="3219603" cy="1576308"/>
            <a:chOff x="0" y="0"/>
            <a:chExt cx="1657702" cy="268543"/>
          </a:xfrm>
        </p:grpSpPr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9D0B629F-C123-B7D6-D2AB-292ADA9FD047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1CB3130A-E8E0-74D2-424E-CDC1C4A2D626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15">
            <a:extLst>
              <a:ext uri="{FF2B5EF4-FFF2-40B4-BE49-F238E27FC236}">
                <a16:creationId xmlns:a16="http://schemas.microsoft.com/office/drawing/2014/main" id="{8B1BD9E1-B7EF-BB78-4C35-3B58AF8A70EF}"/>
              </a:ext>
            </a:extLst>
          </p:cNvPr>
          <p:cNvGrpSpPr/>
          <p:nvPr/>
        </p:nvGrpSpPr>
        <p:grpSpPr>
          <a:xfrm>
            <a:off x="7874000" y="-2710707"/>
            <a:ext cx="3219603" cy="1576308"/>
            <a:chOff x="0" y="0"/>
            <a:chExt cx="1657702" cy="268543"/>
          </a:xfrm>
        </p:grpSpPr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ADA451C6-D8D3-B98E-3149-907787C82A98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TextBox 17">
              <a:extLst>
                <a:ext uri="{FF2B5EF4-FFF2-40B4-BE49-F238E27FC236}">
                  <a16:creationId xmlns:a16="http://schemas.microsoft.com/office/drawing/2014/main" id="{84235725-DD23-9452-17B4-A433CA249ED7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6C915D43-4055-5926-CD77-26507FAFFE7E}"/>
              </a:ext>
            </a:extLst>
          </p:cNvPr>
          <p:cNvGrpSpPr/>
          <p:nvPr/>
        </p:nvGrpSpPr>
        <p:grpSpPr>
          <a:xfrm>
            <a:off x="7799907" y="-2899338"/>
            <a:ext cx="3219603" cy="1576308"/>
            <a:chOff x="0" y="0"/>
            <a:chExt cx="1657702" cy="268543"/>
          </a:xfrm>
        </p:grpSpPr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866EBEE9-47BD-446A-50E3-2007AF424C4A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23E4EE86-56A0-C067-3727-C5155E926A21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15">
            <a:extLst>
              <a:ext uri="{FF2B5EF4-FFF2-40B4-BE49-F238E27FC236}">
                <a16:creationId xmlns:a16="http://schemas.microsoft.com/office/drawing/2014/main" id="{770617CB-4B54-D125-9C21-32D076FE0DA3}"/>
              </a:ext>
            </a:extLst>
          </p:cNvPr>
          <p:cNvGrpSpPr/>
          <p:nvPr/>
        </p:nvGrpSpPr>
        <p:grpSpPr>
          <a:xfrm>
            <a:off x="7848600" y="-2899338"/>
            <a:ext cx="3219603" cy="1576308"/>
            <a:chOff x="0" y="0"/>
            <a:chExt cx="1657702" cy="268543"/>
          </a:xfrm>
        </p:grpSpPr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C3969678-0572-AE42-AEB1-2C4A8D286B6F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TextBox 17">
              <a:extLst>
                <a:ext uri="{FF2B5EF4-FFF2-40B4-BE49-F238E27FC236}">
                  <a16:creationId xmlns:a16="http://schemas.microsoft.com/office/drawing/2014/main" id="{EBE7D6EC-2DDE-B05B-7814-5D218A29A997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15">
            <a:extLst>
              <a:ext uri="{FF2B5EF4-FFF2-40B4-BE49-F238E27FC236}">
                <a16:creationId xmlns:a16="http://schemas.microsoft.com/office/drawing/2014/main" id="{79E7A0EA-4505-B9C3-2E8C-ED3251E5B445}"/>
              </a:ext>
            </a:extLst>
          </p:cNvPr>
          <p:cNvGrpSpPr/>
          <p:nvPr/>
        </p:nvGrpSpPr>
        <p:grpSpPr>
          <a:xfrm>
            <a:off x="7736407" y="-2966845"/>
            <a:ext cx="3219603" cy="1576308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7B9DD94-AF11-CECE-02BC-F72B13F545EF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EB8144AE-9B63-7249-C728-ACA11C5D3046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57304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">
            <a:extLst>
              <a:ext uri="{FF2B5EF4-FFF2-40B4-BE49-F238E27FC236}">
                <a16:creationId xmlns:a16="http://schemas.microsoft.com/office/drawing/2014/main" id="{7325025D-FC14-F93A-09F7-FF510C287400}"/>
              </a:ext>
            </a:extLst>
          </p:cNvPr>
          <p:cNvGrpSpPr/>
          <p:nvPr/>
        </p:nvGrpSpPr>
        <p:grpSpPr>
          <a:xfrm>
            <a:off x="4313785" y="3924300"/>
            <a:ext cx="9935616" cy="2724536"/>
            <a:chOff x="0" y="0"/>
            <a:chExt cx="1846320" cy="857180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F95DF8FA-F0B3-F597-DBD2-27A9604208C1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F9490AAA-9547-0E25-077E-3FBBFB43EA74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4" name="TextBox 5">
            <a:extLst>
              <a:ext uri="{FF2B5EF4-FFF2-40B4-BE49-F238E27FC236}">
                <a16:creationId xmlns:a16="http://schemas.microsoft.com/office/drawing/2014/main" id="{42DEB3EA-87FB-5AC6-097A-712401A5F5C5}"/>
              </a:ext>
            </a:extLst>
          </p:cNvPr>
          <p:cNvSpPr txBox="1"/>
          <p:nvPr/>
        </p:nvSpPr>
        <p:spPr>
          <a:xfrm>
            <a:off x="5508842" y="3971673"/>
            <a:ext cx="7270316" cy="2343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5" name="Group 15">
            <a:extLst>
              <a:ext uri="{FF2B5EF4-FFF2-40B4-BE49-F238E27FC236}">
                <a16:creationId xmlns:a16="http://schemas.microsoft.com/office/drawing/2014/main" id="{8A965B74-E14F-65DA-746A-AF2282C1F26A}"/>
              </a:ext>
            </a:extLst>
          </p:cNvPr>
          <p:cNvGrpSpPr/>
          <p:nvPr/>
        </p:nvGrpSpPr>
        <p:grpSpPr>
          <a:xfrm>
            <a:off x="685800" y="585354"/>
            <a:ext cx="4648200" cy="2720429"/>
            <a:chOff x="0" y="0"/>
            <a:chExt cx="1657702" cy="268543"/>
          </a:xfrm>
        </p:grpSpPr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44A2F702-8DCB-6791-EEB7-FEB5299BB31A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5FCFAF74-792B-611A-38AA-864F0811234D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5">
            <a:extLst>
              <a:ext uri="{FF2B5EF4-FFF2-40B4-BE49-F238E27FC236}">
                <a16:creationId xmlns:a16="http://schemas.microsoft.com/office/drawing/2014/main" id="{72175A7C-9838-EAD7-2FC2-BE91E21E6109}"/>
              </a:ext>
            </a:extLst>
          </p:cNvPr>
          <p:cNvSpPr txBox="1"/>
          <p:nvPr/>
        </p:nvSpPr>
        <p:spPr>
          <a:xfrm>
            <a:off x="1208635" y="1294194"/>
            <a:ext cx="3382415" cy="9346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AB20DDA2-E09F-41F4-E0E1-CAE01AF5F4E9}"/>
              </a:ext>
            </a:extLst>
          </p:cNvPr>
          <p:cNvGrpSpPr/>
          <p:nvPr/>
        </p:nvGrpSpPr>
        <p:grpSpPr>
          <a:xfrm>
            <a:off x="12954000" y="594271"/>
            <a:ext cx="4648200" cy="2720429"/>
            <a:chOff x="0" y="0"/>
            <a:chExt cx="1657702" cy="268543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23DB365E-EF0E-E3C5-316C-D91B10B9E69A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2A9FAA65-5EC1-26E5-C393-CC908C7E2C5D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5">
            <a:extLst>
              <a:ext uri="{FF2B5EF4-FFF2-40B4-BE49-F238E27FC236}">
                <a16:creationId xmlns:a16="http://schemas.microsoft.com/office/drawing/2014/main" id="{13C33FCD-A151-CCAD-BBFB-451842EE5DDC}"/>
              </a:ext>
            </a:extLst>
          </p:cNvPr>
          <p:cNvSpPr txBox="1"/>
          <p:nvPr/>
        </p:nvSpPr>
        <p:spPr>
          <a:xfrm>
            <a:off x="13586892" y="863062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33" name="Group 15">
            <a:extLst>
              <a:ext uri="{FF2B5EF4-FFF2-40B4-BE49-F238E27FC236}">
                <a16:creationId xmlns:a16="http://schemas.microsoft.com/office/drawing/2014/main" id="{19DA9DD0-2C4E-6A46-7CEB-72242603A07B}"/>
              </a:ext>
            </a:extLst>
          </p:cNvPr>
          <p:cNvGrpSpPr/>
          <p:nvPr/>
        </p:nvGrpSpPr>
        <p:grpSpPr>
          <a:xfrm>
            <a:off x="685800" y="7187490"/>
            <a:ext cx="4648200" cy="2720429"/>
            <a:chOff x="0" y="0"/>
            <a:chExt cx="1657702" cy="268543"/>
          </a:xfrm>
        </p:grpSpPr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4EE3E44E-F68C-ECC4-0362-61229489D84E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99274840-DCFB-33F5-3082-01347A84DD3B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5">
            <a:extLst>
              <a:ext uri="{FF2B5EF4-FFF2-40B4-BE49-F238E27FC236}">
                <a16:creationId xmlns:a16="http://schemas.microsoft.com/office/drawing/2014/main" id="{19CD04F8-A234-8246-F9F2-6FBCE9CBBCDA}"/>
              </a:ext>
            </a:extLst>
          </p:cNvPr>
          <p:cNvSpPr txBox="1"/>
          <p:nvPr/>
        </p:nvSpPr>
        <p:spPr>
          <a:xfrm>
            <a:off x="1333499" y="7942685"/>
            <a:ext cx="3132686" cy="9346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37" name="Group 15">
            <a:extLst>
              <a:ext uri="{FF2B5EF4-FFF2-40B4-BE49-F238E27FC236}">
                <a16:creationId xmlns:a16="http://schemas.microsoft.com/office/drawing/2014/main" id="{61B4C670-7E55-15C7-E8E9-BED7603CC58D}"/>
              </a:ext>
            </a:extLst>
          </p:cNvPr>
          <p:cNvGrpSpPr/>
          <p:nvPr/>
        </p:nvGrpSpPr>
        <p:grpSpPr>
          <a:xfrm>
            <a:off x="12954000" y="7137336"/>
            <a:ext cx="4648200" cy="2720429"/>
            <a:chOff x="0" y="0"/>
            <a:chExt cx="1657702" cy="268543"/>
          </a:xfrm>
        </p:grpSpPr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866FCF9B-D039-33B4-C737-16C30FFC0925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CC1F1767-08B2-7A94-841B-901E6C2F59D2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5">
            <a:extLst>
              <a:ext uri="{FF2B5EF4-FFF2-40B4-BE49-F238E27FC236}">
                <a16:creationId xmlns:a16="http://schemas.microsoft.com/office/drawing/2014/main" id="{945B3871-2BA7-C6C1-D93E-FE7D3F1F1694}"/>
              </a:ext>
            </a:extLst>
          </p:cNvPr>
          <p:cNvSpPr txBox="1"/>
          <p:nvPr/>
        </p:nvSpPr>
        <p:spPr>
          <a:xfrm>
            <a:off x="13111070" y="7427494"/>
            <a:ext cx="4334058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2DE0F1AC-6292-9494-665E-A91C489EEFEF}"/>
              </a:ext>
            </a:extLst>
          </p:cNvPr>
          <p:cNvGrpSpPr/>
          <p:nvPr/>
        </p:nvGrpSpPr>
        <p:grpSpPr>
          <a:xfrm>
            <a:off x="6819900" y="589587"/>
            <a:ext cx="4648200" cy="2720429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E4CB30B9-BA90-8B92-682D-CA2A72999901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49C85DDE-3A13-46CD-1ADA-EAA9467EE6F5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5">
            <a:extLst>
              <a:ext uri="{FF2B5EF4-FFF2-40B4-BE49-F238E27FC236}">
                <a16:creationId xmlns:a16="http://schemas.microsoft.com/office/drawing/2014/main" id="{7CFDB9E1-4DF5-C8DF-0765-4E5571A78546}"/>
              </a:ext>
            </a:extLst>
          </p:cNvPr>
          <p:cNvSpPr txBox="1"/>
          <p:nvPr/>
        </p:nvSpPr>
        <p:spPr>
          <a:xfrm>
            <a:off x="7452792" y="858378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687B86A-1883-DE4C-1C60-FA79E38A1A26}"/>
              </a:ext>
            </a:extLst>
          </p:cNvPr>
          <p:cNvGrpSpPr/>
          <p:nvPr/>
        </p:nvGrpSpPr>
        <p:grpSpPr>
          <a:xfrm>
            <a:off x="2971800" y="2019300"/>
            <a:ext cx="12496800" cy="6553200"/>
            <a:chOff x="2971800" y="2019300"/>
            <a:chExt cx="12496800" cy="655320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F8FCD49-46F1-9C3F-3031-95D907B5FF72}"/>
                </a:ext>
              </a:extLst>
            </p:cNvPr>
            <p:cNvGrpSpPr/>
            <p:nvPr/>
          </p:nvGrpSpPr>
          <p:grpSpPr>
            <a:xfrm>
              <a:off x="5334000" y="6648836"/>
              <a:ext cx="7620000" cy="1923664"/>
              <a:chOff x="5334000" y="6648836"/>
              <a:chExt cx="7620000" cy="192366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42C98CE-C325-AA63-3D40-34B5C6EF7248}"/>
                  </a:ext>
                </a:extLst>
              </p:cNvPr>
              <p:cNvCxnSpPr/>
              <p:nvPr/>
            </p:nvCxnSpPr>
            <p:spPr>
              <a:xfrm>
                <a:off x="5334000" y="8572500"/>
                <a:ext cx="7620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050108A-33FC-1B94-6C60-BA81727BD4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280735" y="6648836"/>
                <a:ext cx="15665" cy="189886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5159428-95E9-7810-E90D-F9B8A6654412}"/>
                </a:ext>
              </a:extLst>
            </p:cNvPr>
            <p:cNvCxnSpPr/>
            <p:nvPr/>
          </p:nvCxnSpPr>
          <p:spPr>
            <a:xfrm flipH="1">
              <a:off x="11468100" y="2019300"/>
              <a:ext cx="14859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6D7D6D6-869C-910B-0084-43102760293F}"/>
                </a:ext>
              </a:extLst>
            </p:cNvPr>
            <p:cNvCxnSpPr/>
            <p:nvPr/>
          </p:nvCxnSpPr>
          <p:spPr>
            <a:xfrm flipH="1">
              <a:off x="5334000" y="2019300"/>
              <a:ext cx="14859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5D2E065-3D84-FFC7-DF92-C15676011291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0" y="3305783"/>
              <a:ext cx="0" cy="38817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D0F62C7-7272-52EB-FDAC-43A4E9960B6D}"/>
                </a:ext>
              </a:extLst>
            </p:cNvPr>
            <p:cNvCxnSpPr>
              <a:cxnSpLocks/>
            </p:cNvCxnSpPr>
            <p:nvPr/>
          </p:nvCxnSpPr>
          <p:spPr>
            <a:xfrm>
              <a:off x="15468600" y="3305783"/>
              <a:ext cx="0" cy="383155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>
            <a:extLst>
              <a:ext uri="{FF2B5EF4-FFF2-40B4-BE49-F238E27FC236}">
                <a16:creationId xmlns:a16="http://schemas.microsoft.com/office/drawing/2014/main" id="{103CE0D0-73BD-7813-885C-E9075B70EC4A}"/>
              </a:ext>
            </a:extLst>
          </p:cNvPr>
          <p:cNvGrpSpPr/>
          <p:nvPr/>
        </p:nvGrpSpPr>
        <p:grpSpPr>
          <a:xfrm>
            <a:off x="990600" y="723900"/>
            <a:ext cx="16306800" cy="8763000"/>
            <a:chOff x="0" y="0"/>
            <a:chExt cx="1846320" cy="857180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4BD8F660-3973-6B21-0C48-297E127E20C6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B700ECF4-A81F-5712-FB63-8E253C884D94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TextBox 5">
            <a:extLst>
              <a:ext uri="{FF2B5EF4-FFF2-40B4-BE49-F238E27FC236}">
                <a16:creationId xmlns:a16="http://schemas.microsoft.com/office/drawing/2014/main" id="{02C5A75E-A9FD-5E81-75F0-274D593C48C2}"/>
              </a:ext>
            </a:extLst>
          </p:cNvPr>
          <p:cNvSpPr txBox="1"/>
          <p:nvPr/>
        </p:nvSpPr>
        <p:spPr>
          <a:xfrm>
            <a:off x="7452792" y="1638300"/>
            <a:ext cx="3382415" cy="109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D60449-3B99-2203-E49B-8AD345D22CFA}"/>
              </a:ext>
            </a:extLst>
          </p:cNvPr>
          <p:cNvSpPr txBox="1"/>
          <p:nvPr/>
        </p:nvSpPr>
        <p:spPr>
          <a:xfrm>
            <a:off x="1828800" y="3238500"/>
            <a:ext cx="14554200" cy="459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đắn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uy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thiệt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095FF-E6ED-3FC8-8062-31DFABC0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">
            <a:extLst>
              <a:ext uri="{FF2B5EF4-FFF2-40B4-BE49-F238E27FC236}">
                <a16:creationId xmlns:a16="http://schemas.microsoft.com/office/drawing/2014/main" id="{42C44A72-3F5D-755B-8D43-CC005E866A26}"/>
              </a:ext>
            </a:extLst>
          </p:cNvPr>
          <p:cNvGrpSpPr/>
          <p:nvPr/>
        </p:nvGrpSpPr>
        <p:grpSpPr>
          <a:xfrm>
            <a:off x="4313785" y="3924300"/>
            <a:ext cx="9935616" cy="2724536"/>
            <a:chOff x="0" y="0"/>
            <a:chExt cx="1846320" cy="857180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68917AB2-0D0E-D7D0-D90B-33687EC21270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1B2A2F13-7E5F-17C0-A6CC-B6C22ACB9854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4" name="TextBox 5">
            <a:extLst>
              <a:ext uri="{FF2B5EF4-FFF2-40B4-BE49-F238E27FC236}">
                <a16:creationId xmlns:a16="http://schemas.microsoft.com/office/drawing/2014/main" id="{F1C1F322-0AE3-916E-9793-EAE8B796AED6}"/>
              </a:ext>
            </a:extLst>
          </p:cNvPr>
          <p:cNvSpPr txBox="1"/>
          <p:nvPr/>
        </p:nvSpPr>
        <p:spPr>
          <a:xfrm>
            <a:off x="5508842" y="3971673"/>
            <a:ext cx="7270316" cy="2343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5" name="Group 15">
            <a:extLst>
              <a:ext uri="{FF2B5EF4-FFF2-40B4-BE49-F238E27FC236}">
                <a16:creationId xmlns:a16="http://schemas.microsoft.com/office/drawing/2014/main" id="{763FF563-E6A7-3B5A-8B6A-3B2AACE9611A}"/>
              </a:ext>
            </a:extLst>
          </p:cNvPr>
          <p:cNvGrpSpPr/>
          <p:nvPr/>
        </p:nvGrpSpPr>
        <p:grpSpPr>
          <a:xfrm>
            <a:off x="685800" y="585354"/>
            <a:ext cx="4648200" cy="2720429"/>
            <a:chOff x="0" y="0"/>
            <a:chExt cx="1657702" cy="268543"/>
          </a:xfrm>
        </p:grpSpPr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969D8F29-5308-A214-5F16-8C2685D9D319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59A931A5-53D2-67CC-A457-4098394F5781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5">
            <a:extLst>
              <a:ext uri="{FF2B5EF4-FFF2-40B4-BE49-F238E27FC236}">
                <a16:creationId xmlns:a16="http://schemas.microsoft.com/office/drawing/2014/main" id="{76DF8592-6538-4808-F8BF-A3A415579115}"/>
              </a:ext>
            </a:extLst>
          </p:cNvPr>
          <p:cNvSpPr txBox="1"/>
          <p:nvPr/>
        </p:nvSpPr>
        <p:spPr>
          <a:xfrm>
            <a:off x="1208635" y="1294194"/>
            <a:ext cx="3382415" cy="9346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584614E4-E942-0D47-01C5-2E7C1EE27674}"/>
              </a:ext>
            </a:extLst>
          </p:cNvPr>
          <p:cNvGrpSpPr/>
          <p:nvPr/>
        </p:nvGrpSpPr>
        <p:grpSpPr>
          <a:xfrm>
            <a:off x="12954000" y="594271"/>
            <a:ext cx="4648200" cy="2720429"/>
            <a:chOff x="0" y="0"/>
            <a:chExt cx="1657702" cy="268543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47B45924-A538-04CC-15AE-F22661E7CF36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7B784387-BC19-3FF2-C7EE-3888500C5B5A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5">
            <a:extLst>
              <a:ext uri="{FF2B5EF4-FFF2-40B4-BE49-F238E27FC236}">
                <a16:creationId xmlns:a16="http://schemas.microsoft.com/office/drawing/2014/main" id="{A08E7F0B-52BD-1D57-895C-F74ED9955623}"/>
              </a:ext>
            </a:extLst>
          </p:cNvPr>
          <p:cNvSpPr txBox="1"/>
          <p:nvPr/>
        </p:nvSpPr>
        <p:spPr>
          <a:xfrm>
            <a:off x="13586892" y="863062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33" name="Group 15">
            <a:extLst>
              <a:ext uri="{FF2B5EF4-FFF2-40B4-BE49-F238E27FC236}">
                <a16:creationId xmlns:a16="http://schemas.microsoft.com/office/drawing/2014/main" id="{EE745CF4-BB54-4F88-6314-7BADBE5AE211}"/>
              </a:ext>
            </a:extLst>
          </p:cNvPr>
          <p:cNvGrpSpPr/>
          <p:nvPr/>
        </p:nvGrpSpPr>
        <p:grpSpPr>
          <a:xfrm>
            <a:off x="685800" y="7187490"/>
            <a:ext cx="4648200" cy="2720429"/>
            <a:chOff x="0" y="0"/>
            <a:chExt cx="1657702" cy="268543"/>
          </a:xfrm>
        </p:grpSpPr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B0D13328-513E-DD11-30C7-19C7443F9FE6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B05CA2C6-24B6-6E00-3DFC-9E0C97BDB413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5">
            <a:extLst>
              <a:ext uri="{FF2B5EF4-FFF2-40B4-BE49-F238E27FC236}">
                <a16:creationId xmlns:a16="http://schemas.microsoft.com/office/drawing/2014/main" id="{A63BCAF5-F4DA-C565-AAD1-83C96120FB34}"/>
              </a:ext>
            </a:extLst>
          </p:cNvPr>
          <p:cNvSpPr txBox="1"/>
          <p:nvPr/>
        </p:nvSpPr>
        <p:spPr>
          <a:xfrm>
            <a:off x="1333499" y="7942685"/>
            <a:ext cx="3132686" cy="9346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37" name="Group 15">
            <a:extLst>
              <a:ext uri="{FF2B5EF4-FFF2-40B4-BE49-F238E27FC236}">
                <a16:creationId xmlns:a16="http://schemas.microsoft.com/office/drawing/2014/main" id="{F9DCB526-76C9-137B-F6EA-7704F889D6B0}"/>
              </a:ext>
            </a:extLst>
          </p:cNvPr>
          <p:cNvGrpSpPr/>
          <p:nvPr/>
        </p:nvGrpSpPr>
        <p:grpSpPr>
          <a:xfrm>
            <a:off x="12954000" y="7137336"/>
            <a:ext cx="4648200" cy="2720429"/>
            <a:chOff x="0" y="0"/>
            <a:chExt cx="1657702" cy="268543"/>
          </a:xfrm>
        </p:grpSpPr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DD3A7D83-91B0-9F1B-00F1-32780D7687CC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4123068D-DFCD-607D-877C-F4DDDD3386F1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5">
            <a:extLst>
              <a:ext uri="{FF2B5EF4-FFF2-40B4-BE49-F238E27FC236}">
                <a16:creationId xmlns:a16="http://schemas.microsoft.com/office/drawing/2014/main" id="{B01F2873-F0D3-1EA6-84D4-EC11C39DB4CF}"/>
              </a:ext>
            </a:extLst>
          </p:cNvPr>
          <p:cNvSpPr txBox="1"/>
          <p:nvPr/>
        </p:nvSpPr>
        <p:spPr>
          <a:xfrm>
            <a:off x="13111070" y="7427494"/>
            <a:ext cx="4334058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C1FC9F2F-76A6-DD9C-154A-91FC09929E42}"/>
              </a:ext>
            </a:extLst>
          </p:cNvPr>
          <p:cNvGrpSpPr/>
          <p:nvPr/>
        </p:nvGrpSpPr>
        <p:grpSpPr>
          <a:xfrm>
            <a:off x="6819900" y="589587"/>
            <a:ext cx="4648200" cy="2720429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CF08A38-2719-FC80-8599-1801C6E97F75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2B87EE59-ABA8-78D8-B033-11EAFBCD1DB9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5">
            <a:extLst>
              <a:ext uri="{FF2B5EF4-FFF2-40B4-BE49-F238E27FC236}">
                <a16:creationId xmlns:a16="http://schemas.microsoft.com/office/drawing/2014/main" id="{2BC9AD3A-13E3-DCA5-B057-903A37518DE8}"/>
              </a:ext>
            </a:extLst>
          </p:cNvPr>
          <p:cNvSpPr txBox="1"/>
          <p:nvPr/>
        </p:nvSpPr>
        <p:spPr>
          <a:xfrm>
            <a:off x="7452792" y="858378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AD2BF44-313B-73FA-563B-979BC722941E}"/>
              </a:ext>
            </a:extLst>
          </p:cNvPr>
          <p:cNvGrpSpPr/>
          <p:nvPr/>
        </p:nvGrpSpPr>
        <p:grpSpPr>
          <a:xfrm>
            <a:off x="2971800" y="2019300"/>
            <a:ext cx="12496800" cy="6553200"/>
            <a:chOff x="2971800" y="2019300"/>
            <a:chExt cx="12496800" cy="655320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4256C0B-B40C-3683-A35D-CCDE5E2FE4A9}"/>
                </a:ext>
              </a:extLst>
            </p:cNvPr>
            <p:cNvGrpSpPr/>
            <p:nvPr/>
          </p:nvGrpSpPr>
          <p:grpSpPr>
            <a:xfrm>
              <a:off x="5334000" y="6648836"/>
              <a:ext cx="7620000" cy="1923664"/>
              <a:chOff x="5334000" y="6648836"/>
              <a:chExt cx="7620000" cy="192366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CF83093-A426-47D7-73A2-ECBE7D2F3877}"/>
                  </a:ext>
                </a:extLst>
              </p:cNvPr>
              <p:cNvCxnSpPr/>
              <p:nvPr/>
            </p:nvCxnSpPr>
            <p:spPr>
              <a:xfrm>
                <a:off x="5334000" y="8572500"/>
                <a:ext cx="7620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4FCF3AD-7AD1-89D9-725F-60FE1B5058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280735" y="6648836"/>
                <a:ext cx="15665" cy="189886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FE81F16-CFA6-D3F9-FE69-9C3BD2AE573D}"/>
                </a:ext>
              </a:extLst>
            </p:cNvPr>
            <p:cNvCxnSpPr/>
            <p:nvPr/>
          </p:nvCxnSpPr>
          <p:spPr>
            <a:xfrm flipH="1">
              <a:off x="11468100" y="2019300"/>
              <a:ext cx="14859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A831FC3-359C-DAF5-1F41-397A67E88CA9}"/>
                </a:ext>
              </a:extLst>
            </p:cNvPr>
            <p:cNvCxnSpPr/>
            <p:nvPr/>
          </p:nvCxnSpPr>
          <p:spPr>
            <a:xfrm flipH="1">
              <a:off x="5334000" y="2019300"/>
              <a:ext cx="14859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94A6888-4868-08E5-618D-135A2B90032E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0" y="3305783"/>
              <a:ext cx="0" cy="38817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C74AEED-94D3-5F6D-CAEE-D9FAD2A27269}"/>
                </a:ext>
              </a:extLst>
            </p:cNvPr>
            <p:cNvCxnSpPr>
              <a:cxnSpLocks/>
            </p:cNvCxnSpPr>
            <p:nvPr/>
          </p:nvCxnSpPr>
          <p:spPr>
            <a:xfrm>
              <a:off x="15468600" y="3305783"/>
              <a:ext cx="0" cy="383155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3741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61BCC-76CA-496C-7D72-282E796F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>
            <a:extLst>
              <a:ext uri="{FF2B5EF4-FFF2-40B4-BE49-F238E27FC236}">
                <a16:creationId xmlns:a16="http://schemas.microsoft.com/office/drawing/2014/main" id="{325334F2-9F0B-D94A-2DD6-DC14A9F9AEA0}"/>
              </a:ext>
            </a:extLst>
          </p:cNvPr>
          <p:cNvGrpSpPr/>
          <p:nvPr/>
        </p:nvGrpSpPr>
        <p:grpSpPr>
          <a:xfrm>
            <a:off x="990600" y="723900"/>
            <a:ext cx="16306800" cy="8763000"/>
            <a:chOff x="0" y="0"/>
            <a:chExt cx="1846320" cy="857180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4CF89B28-B1E5-D9EB-89EB-BC7DE5208B32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FAB2A32B-8556-B519-EDCD-C764B27B274F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TextBox 5">
            <a:extLst>
              <a:ext uri="{FF2B5EF4-FFF2-40B4-BE49-F238E27FC236}">
                <a16:creationId xmlns:a16="http://schemas.microsoft.com/office/drawing/2014/main" id="{C50E7274-1BE4-51B7-1054-E812228B0676}"/>
              </a:ext>
            </a:extLst>
          </p:cNvPr>
          <p:cNvSpPr txBox="1"/>
          <p:nvPr/>
        </p:nvSpPr>
        <p:spPr>
          <a:xfrm>
            <a:off x="4793196" y="1039895"/>
            <a:ext cx="8701607" cy="109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E27CA3-3795-8F40-5E20-A6783B6D4D3D}"/>
              </a:ext>
            </a:extLst>
          </p:cNvPr>
          <p:cNvSpPr txBox="1"/>
          <p:nvPr/>
        </p:nvSpPr>
        <p:spPr>
          <a:xfrm>
            <a:off x="1905000" y="2324100"/>
            <a:ext cx="14478000" cy="6640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thẩm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3406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93E2E-90AB-01AF-304D-25FE68549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">
            <a:extLst>
              <a:ext uri="{FF2B5EF4-FFF2-40B4-BE49-F238E27FC236}">
                <a16:creationId xmlns:a16="http://schemas.microsoft.com/office/drawing/2014/main" id="{21A548F9-F3EC-D6F4-6BFD-40A4188A4955}"/>
              </a:ext>
            </a:extLst>
          </p:cNvPr>
          <p:cNvGrpSpPr/>
          <p:nvPr/>
        </p:nvGrpSpPr>
        <p:grpSpPr>
          <a:xfrm>
            <a:off x="4313785" y="3924300"/>
            <a:ext cx="9935616" cy="2724536"/>
            <a:chOff x="0" y="0"/>
            <a:chExt cx="1846320" cy="857180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DC8CF0DF-B504-7178-62C9-E1F1B8033956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3D000A64-771A-5A82-8C44-B82FC88AC8C4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4" name="TextBox 5">
            <a:extLst>
              <a:ext uri="{FF2B5EF4-FFF2-40B4-BE49-F238E27FC236}">
                <a16:creationId xmlns:a16="http://schemas.microsoft.com/office/drawing/2014/main" id="{23B9FA41-30CD-6013-0157-AFDE23DCD70C}"/>
              </a:ext>
            </a:extLst>
          </p:cNvPr>
          <p:cNvSpPr txBox="1"/>
          <p:nvPr/>
        </p:nvSpPr>
        <p:spPr>
          <a:xfrm>
            <a:off x="5508842" y="3971673"/>
            <a:ext cx="7270316" cy="2343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5" name="Group 15">
            <a:extLst>
              <a:ext uri="{FF2B5EF4-FFF2-40B4-BE49-F238E27FC236}">
                <a16:creationId xmlns:a16="http://schemas.microsoft.com/office/drawing/2014/main" id="{EBD3EACB-E0D1-49CF-E943-8B945F38DEDC}"/>
              </a:ext>
            </a:extLst>
          </p:cNvPr>
          <p:cNvGrpSpPr/>
          <p:nvPr/>
        </p:nvGrpSpPr>
        <p:grpSpPr>
          <a:xfrm>
            <a:off x="685800" y="585354"/>
            <a:ext cx="4648200" cy="2720429"/>
            <a:chOff x="0" y="0"/>
            <a:chExt cx="1657702" cy="268543"/>
          </a:xfrm>
        </p:grpSpPr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D30E9775-C407-E9FF-BCDE-8EFA27B6B16E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51EF2A31-5292-729D-715A-F126623A40E1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5">
            <a:extLst>
              <a:ext uri="{FF2B5EF4-FFF2-40B4-BE49-F238E27FC236}">
                <a16:creationId xmlns:a16="http://schemas.microsoft.com/office/drawing/2014/main" id="{C933B007-6290-20C8-97D1-3453986EFA3C}"/>
              </a:ext>
            </a:extLst>
          </p:cNvPr>
          <p:cNvSpPr txBox="1"/>
          <p:nvPr/>
        </p:nvSpPr>
        <p:spPr>
          <a:xfrm>
            <a:off x="1208635" y="1294194"/>
            <a:ext cx="3382415" cy="9346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44D51F64-07E8-167D-4F03-E29557ED04B0}"/>
              </a:ext>
            </a:extLst>
          </p:cNvPr>
          <p:cNvGrpSpPr/>
          <p:nvPr/>
        </p:nvGrpSpPr>
        <p:grpSpPr>
          <a:xfrm>
            <a:off x="12954000" y="594271"/>
            <a:ext cx="4648200" cy="2720429"/>
            <a:chOff x="0" y="0"/>
            <a:chExt cx="1657702" cy="268543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31F435F9-CCCE-7FFE-6C24-56B3F4C57911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0F354C48-FA61-A141-1ED6-CC079B667C99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5">
            <a:extLst>
              <a:ext uri="{FF2B5EF4-FFF2-40B4-BE49-F238E27FC236}">
                <a16:creationId xmlns:a16="http://schemas.microsoft.com/office/drawing/2014/main" id="{279198FA-D99C-3743-6581-0979C24D66C0}"/>
              </a:ext>
            </a:extLst>
          </p:cNvPr>
          <p:cNvSpPr txBox="1"/>
          <p:nvPr/>
        </p:nvSpPr>
        <p:spPr>
          <a:xfrm>
            <a:off x="13586892" y="863062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33" name="Group 15">
            <a:extLst>
              <a:ext uri="{FF2B5EF4-FFF2-40B4-BE49-F238E27FC236}">
                <a16:creationId xmlns:a16="http://schemas.microsoft.com/office/drawing/2014/main" id="{AF11731C-1A49-38AB-9205-892D5C2B8709}"/>
              </a:ext>
            </a:extLst>
          </p:cNvPr>
          <p:cNvGrpSpPr/>
          <p:nvPr/>
        </p:nvGrpSpPr>
        <p:grpSpPr>
          <a:xfrm>
            <a:off x="685800" y="7187490"/>
            <a:ext cx="4648200" cy="2720429"/>
            <a:chOff x="0" y="0"/>
            <a:chExt cx="1657702" cy="268543"/>
          </a:xfrm>
        </p:grpSpPr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7A2F4FB7-490D-3BDE-EF7F-B88DFB687CC0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80A08173-D6BE-07FE-AE3E-6566805DBD1F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5">
            <a:extLst>
              <a:ext uri="{FF2B5EF4-FFF2-40B4-BE49-F238E27FC236}">
                <a16:creationId xmlns:a16="http://schemas.microsoft.com/office/drawing/2014/main" id="{ACF9A011-5651-0A32-998C-7E637542E0A4}"/>
              </a:ext>
            </a:extLst>
          </p:cNvPr>
          <p:cNvSpPr txBox="1"/>
          <p:nvPr/>
        </p:nvSpPr>
        <p:spPr>
          <a:xfrm>
            <a:off x="1333499" y="7942685"/>
            <a:ext cx="3132686" cy="9346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37" name="Group 15">
            <a:extLst>
              <a:ext uri="{FF2B5EF4-FFF2-40B4-BE49-F238E27FC236}">
                <a16:creationId xmlns:a16="http://schemas.microsoft.com/office/drawing/2014/main" id="{3C9F3E02-3756-F9F2-90E7-0B91F06E989D}"/>
              </a:ext>
            </a:extLst>
          </p:cNvPr>
          <p:cNvGrpSpPr/>
          <p:nvPr/>
        </p:nvGrpSpPr>
        <p:grpSpPr>
          <a:xfrm>
            <a:off x="12954000" y="7137336"/>
            <a:ext cx="4648200" cy="2720429"/>
            <a:chOff x="0" y="0"/>
            <a:chExt cx="1657702" cy="268543"/>
          </a:xfrm>
        </p:grpSpPr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B04CD62F-B01B-717F-CAC2-62EFD9AFDB22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C9149EC4-F51D-CF9F-2CD4-CBEB3F6E956B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5">
            <a:extLst>
              <a:ext uri="{FF2B5EF4-FFF2-40B4-BE49-F238E27FC236}">
                <a16:creationId xmlns:a16="http://schemas.microsoft.com/office/drawing/2014/main" id="{02CC30F3-1EB6-47F6-6696-82B8EC126F9B}"/>
              </a:ext>
            </a:extLst>
          </p:cNvPr>
          <p:cNvSpPr txBox="1"/>
          <p:nvPr/>
        </p:nvSpPr>
        <p:spPr>
          <a:xfrm>
            <a:off x="13111070" y="7427494"/>
            <a:ext cx="4334058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137B977F-7C47-E125-0543-E1B305C1CED8}"/>
              </a:ext>
            </a:extLst>
          </p:cNvPr>
          <p:cNvGrpSpPr/>
          <p:nvPr/>
        </p:nvGrpSpPr>
        <p:grpSpPr>
          <a:xfrm>
            <a:off x="6819900" y="589587"/>
            <a:ext cx="4648200" cy="2720429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6B66FDDC-95E0-1990-E039-48F08D254A69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525F2918-BCB2-9A58-FACD-18195D01837B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5">
            <a:extLst>
              <a:ext uri="{FF2B5EF4-FFF2-40B4-BE49-F238E27FC236}">
                <a16:creationId xmlns:a16="http://schemas.microsoft.com/office/drawing/2014/main" id="{24B4FC2C-75D1-781B-D386-1EF83D8F7B35}"/>
              </a:ext>
            </a:extLst>
          </p:cNvPr>
          <p:cNvSpPr txBox="1"/>
          <p:nvPr/>
        </p:nvSpPr>
        <p:spPr>
          <a:xfrm>
            <a:off x="7452792" y="858378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87BB1D8-84B4-5257-51BA-E9BAFEB4A252}"/>
              </a:ext>
            </a:extLst>
          </p:cNvPr>
          <p:cNvGrpSpPr/>
          <p:nvPr/>
        </p:nvGrpSpPr>
        <p:grpSpPr>
          <a:xfrm>
            <a:off x="2971800" y="2019300"/>
            <a:ext cx="12496800" cy="6553200"/>
            <a:chOff x="2971800" y="2019300"/>
            <a:chExt cx="12496800" cy="655320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6BE160E-BEE0-13CE-AA53-052A5967EA61}"/>
                </a:ext>
              </a:extLst>
            </p:cNvPr>
            <p:cNvGrpSpPr/>
            <p:nvPr/>
          </p:nvGrpSpPr>
          <p:grpSpPr>
            <a:xfrm>
              <a:off x="5334000" y="6648836"/>
              <a:ext cx="7620000" cy="1923664"/>
              <a:chOff x="5334000" y="6648836"/>
              <a:chExt cx="7620000" cy="192366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03DEA04-0602-AB88-9C82-A9DB1A9A25C1}"/>
                  </a:ext>
                </a:extLst>
              </p:cNvPr>
              <p:cNvCxnSpPr/>
              <p:nvPr/>
            </p:nvCxnSpPr>
            <p:spPr>
              <a:xfrm>
                <a:off x="5334000" y="8572500"/>
                <a:ext cx="7620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7952BB6-5DDB-99DC-86FA-1124F7FC24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280735" y="6648836"/>
                <a:ext cx="15665" cy="189886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032FBF9-0C2F-F173-F33E-3875B3DE3235}"/>
                </a:ext>
              </a:extLst>
            </p:cNvPr>
            <p:cNvCxnSpPr/>
            <p:nvPr/>
          </p:nvCxnSpPr>
          <p:spPr>
            <a:xfrm flipH="1">
              <a:off x="11468100" y="2019300"/>
              <a:ext cx="14859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8919CEC-015B-3C91-4E77-59DB0B0340DC}"/>
                </a:ext>
              </a:extLst>
            </p:cNvPr>
            <p:cNvCxnSpPr/>
            <p:nvPr/>
          </p:nvCxnSpPr>
          <p:spPr>
            <a:xfrm flipH="1">
              <a:off x="5334000" y="2019300"/>
              <a:ext cx="14859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09030D5-3BB0-E498-6E88-42767EBF97CA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0" y="3305783"/>
              <a:ext cx="0" cy="38817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BE26324-658F-C1EC-453B-F92C02E44A21}"/>
                </a:ext>
              </a:extLst>
            </p:cNvPr>
            <p:cNvCxnSpPr>
              <a:cxnSpLocks/>
            </p:cNvCxnSpPr>
            <p:nvPr/>
          </p:nvCxnSpPr>
          <p:spPr>
            <a:xfrm>
              <a:off x="15468600" y="3305783"/>
              <a:ext cx="0" cy="383155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761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3F1AC-C7C4-A0CF-F8DB-A018ED42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>
            <a:extLst>
              <a:ext uri="{FF2B5EF4-FFF2-40B4-BE49-F238E27FC236}">
                <a16:creationId xmlns:a16="http://schemas.microsoft.com/office/drawing/2014/main" id="{53B3D1B1-17B5-7981-69D5-4BC73201F91F}"/>
              </a:ext>
            </a:extLst>
          </p:cNvPr>
          <p:cNvGrpSpPr/>
          <p:nvPr/>
        </p:nvGrpSpPr>
        <p:grpSpPr>
          <a:xfrm>
            <a:off x="990600" y="723900"/>
            <a:ext cx="16306800" cy="8763000"/>
            <a:chOff x="0" y="0"/>
            <a:chExt cx="1846320" cy="857180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C78DDD9B-6987-F100-2827-58075870F2DE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882F8BAF-4DB0-5F2E-3A01-E8208A0E9BD3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TextBox 5">
            <a:extLst>
              <a:ext uri="{FF2B5EF4-FFF2-40B4-BE49-F238E27FC236}">
                <a16:creationId xmlns:a16="http://schemas.microsoft.com/office/drawing/2014/main" id="{8017CD4E-C6F0-2905-D207-5228F375FE1C}"/>
              </a:ext>
            </a:extLst>
          </p:cNvPr>
          <p:cNvSpPr txBox="1"/>
          <p:nvPr/>
        </p:nvSpPr>
        <p:spPr>
          <a:xfrm>
            <a:off x="4793196" y="1216476"/>
            <a:ext cx="8701607" cy="109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01591-0F80-86D3-B81D-DB70E0BCDBB8}"/>
              </a:ext>
            </a:extLst>
          </p:cNvPr>
          <p:cNvSpPr txBox="1"/>
          <p:nvPr/>
        </p:nvSpPr>
        <p:spPr>
          <a:xfrm>
            <a:off x="1905000" y="2806212"/>
            <a:ext cx="14478000" cy="4598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ý.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ý,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360)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362).</a:t>
            </a: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nhũng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9621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1510F-2F20-72B8-1FF4-3CD948AD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">
            <a:extLst>
              <a:ext uri="{FF2B5EF4-FFF2-40B4-BE49-F238E27FC236}">
                <a16:creationId xmlns:a16="http://schemas.microsoft.com/office/drawing/2014/main" id="{44D6C949-F23B-DAA0-D7C1-099673A234BF}"/>
              </a:ext>
            </a:extLst>
          </p:cNvPr>
          <p:cNvGrpSpPr/>
          <p:nvPr/>
        </p:nvGrpSpPr>
        <p:grpSpPr>
          <a:xfrm>
            <a:off x="4313785" y="3924300"/>
            <a:ext cx="9935616" cy="2724536"/>
            <a:chOff x="0" y="0"/>
            <a:chExt cx="1846320" cy="857180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627AB688-8711-B0D1-C0ED-A96CD37E8A1B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5CF14C89-CE54-2AD9-9A0A-F92488E536DF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4" name="TextBox 5">
            <a:extLst>
              <a:ext uri="{FF2B5EF4-FFF2-40B4-BE49-F238E27FC236}">
                <a16:creationId xmlns:a16="http://schemas.microsoft.com/office/drawing/2014/main" id="{62257D21-60F5-DB54-AB55-7C52F2A5E9EE}"/>
              </a:ext>
            </a:extLst>
          </p:cNvPr>
          <p:cNvSpPr txBox="1"/>
          <p:nvPr/>
        </p:nvSpPr>
        <p:spPr>
          <a:xfrm>
            <a:off x="5508842" y="3971673"/>
            <a:ext cx="7270316" cy="2343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5" name="Group 15">
            <a:extLst>
              <a:ext uri="{FF2B5EF4-FFF2-40B4-BE49-F238E27FC236}">
                <a16:creationId xmlns:a16="http://schemas.microsoft.com/office/drawing/2014/main" id="{295D6301-ABEC-9C1A-EC5A-71678C193028}"/>
              </a:ext>
            </a:extLst>
          </p:cNvPr>
          <p:cNvGrpSpPr/>
          <p:nvPr/>
        </p:nvGrpSpPr>
        <p:grpSpPr>
          <a:xfrm>
            <a:off x="685800" y="585354"/>
            <a:ext cx="4648200" cy="2720429"/>
            <a:chOff x="0" y="0"/>
            <a:chExt cx="1657702" cy="268543"/>
          </a:xfrm>
        </p:grpSpPr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991E9C4B-1B7F-81BF-9E80-74B9C1B190F1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84A1FB16-11FC-8F77-FF1D-3711EFFC031B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5">
            <a:extLst>
              <a:ext uri="{FF2B5EF4-FFF2-40B4-BE49-F238E27FC236}">
                <a16:creationId xmlns:a16="http://schemas.microsoft.com/office/drawing/2014/main" id="{1C588193-45B3-D4EC-C741-222E35929514}"/>
              </a:ext>
            </a:extLst>
          </p:cNvPr>
          <p:cNvSpPr txBox="1"/>
          <p:nvPr/>
        </p:nvSpPr>
        <p:spPr>
          <a:xfrm>
            <a:off x="1208635" y="1294194"/>
            <a:ext cx="3382415" cy="9346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0A980621-B718-8E6C-49A0-7B2D7EC89B2E}"/>
              </a:ext>
            </a:extLst>
          </p:cNvPr>
          <p:cNvGrpSpPr/>
          <p:nvPr/>
        </p:nvGrpSpPr>
        <p:grpSpPr>
          <a:xfrm>
            <a:off x="12954000" y="594271"/>
            <a:ext cx="4648200" cy="2720429"/>
            <a:chOff x="0" y="0"/>
            <a:chExt cx="1657702" cy="268543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4E360284-99AD-30BB-388B-68A82207D755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75C6EC5C-45AA-F254-E278-E2AC5A36862E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5">
            <a:extLst>
              <a:ext uri="{FF2B5EF4-FFF2-40B4-BE49-F238E27FC236}">
                <a16:creationId xmlns:a16="http://schemas.microsoft.com/office/drawing/2014/main" id="{A1CFE9A6-66FD-8BB0-B2C6-E91E42B48869}"/>
              </a:ext>
            </a:extLst>
          </p:cNvPr>
          <p:cNvSpPr txBox="1"/>
          <p:nvPr/>
        </p:nvSpPr>
        <p:spPr>
          <a:xfrm>
            <a:off x="13586892" y="863062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33" name="Group 15">
            <a:extLst>
              <a:ext uri="{FF2B5EF4-FFF2-40B4-BE49-F238E27FC236}">
                <a16:creationId xmlns:a16="http://schemas.microsoft.com/office/drawing/2014/main" id="{BCD31A35-DAEA-4CBF-42BC-BF1CBF7BEBB7}"/>
              </a:ext>
            </a:extLst>
          </p:cNvPr>
          <p:cNvGrpSpPr/>
          <p:nvPr/>
        </p:nvGrpSpPr>
        <p:grpSpPr>
          <a:xfrm>
            <a:off x="685800" y="7187490"/>
            <a:ext cx="4648200" cy="2720429"/>
            <a:chOff x="0" y="0"/>
            <a:chExt cx="1657702" cy="268543"/>
          </a:xfrm>
        </p:grpSpPr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346C4687-43BE-D54D-EA89-A3DC909901B0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02D3C33C-9AF6-5802-5EA9-AC571A40C447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5">
            <a:extLst>
              <a:ext uri="{FF2B5EF4-FFF2-40B4-BE49-F238E27FC236}">
                <a16:creationId xmlns:a16="http://schemas.microsoft.com/office/drawing/2014/main" id="{04665C87-96D9-3255-B50C-5D4E30FBBFE8}"/>
              </a:ext>
            </a:extLst>
          </p:cNvPr>
          <p:cNvSpPr txBox="1"/>
          <p:nvPr/>
        </p:nvSpPr>
        <p:spPr>
          <a:xfrm>
            <a:off x="1333499" y="7942685"/>
            <a:ext cx="3132686" cy="9346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37" name="Group 15">
            <a:extLst>
              <a:ext uri="{FF2B5EF4-FFF2-40B4-BE49-F238E27FC236}">
                <a16:creationId xmlns:a16="http://schemas.microsoft.com/office/drawing/2014/main" id="{44F92C75-C500-C440-9325-06EE922D4695}"/>
              </a:ext>
            </a:extLst>
          </p:cNvPr>
          <p:cNvGrpSpPr/>
          <p:nvPr/>
        </p:nvGrpSpPr>
        <p:grpSpPr>
          <a:xfrm>
            <a:off x="12954000" y="7137336"/>
            <a:ext cx="4648200" cy="2720429"/>
            <a:chOff x="0" y="0"/>
            <a:chExt cx="1657702" cy="268543"/>
          </a:xfrm>
        </p:grpSpPr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7E7E4EED-6B97-6925-B5C5-5B6DDC4933F0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25ABFB31-555E-83E6-9671-62EF440F0012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5">
            <a:extLst>
              <a:ext uri="{FF2B5EF4-FFF2-40B4-BE49-F238E27FC236}">
                <a16:creationId xmlns:a16="http://schemas.microsoft.com/office/drawing/2014/main" id="{411806A0-264A-CB98-4141-9C24DF409E3E}"/>
              </a:ext>
            </a:extLst>
          </p:cNvPr>
          <p:cNvSpPr txBox="1"/>
          <p:nvPr/>
        </p:nvSpPr>
        <p:spPr>
          <a:xfrm>
            <a:off x="13111070" y="7427494"/>
            <a:ext cx="4334058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DF8CE433-B8EF-C889-B738-6BF6BA32DBAE}"/>
              </a:ext>
            </a:extLst>
          </p:cNvPr>
          <p:cNvGrpSpPr/>
          <p:nvPr/>
        </p:nvGrpSpPr>
        <p:grpSpPr>
          <a:xfrm>
            <a:off x="6819900" y="589587"/>
            <a:ext cx="4648200" cy="2720429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37EB932B-43C4-433F-2B94-18D55DE614B7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3297C0CA-7D0E-AD13-AC2E-E54A3A0004A7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5">
            <a:extLst>
              <a:ext uri="{FF2B5EF4-FFF2-40B4-BE49-F238E27FC236}">
                <a16:creationId xmlns:a16="http://schemas.microsoft.com/office/drawing/2014/main" id="{08275F30-B639-2DFF-A58C-D9048676DDD6}"/>
              </a:ext>
            </a:extLst>
          </p:cNvPr>
          <p:cNvSpPr txBox="1"/>
          <p:nvPr/>
        </p:nvSpPr>
        <p:spPr>
          <a:xfrm>
            <a:off x="7452792" y="858378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2142B66-6F7C-2217-C428-9ECE44DF1120}"/>
              </a:ext>
            </a:extLst>
          </p:cNvPr>
          <p:cNvGrpSpPr/>
          <p:nvPr/>
        </p:nvGrpSpPr>
        <p:grpSpPr>
          <a:xfrm>
            <a:off x="2971800" y="2019300"/>
            <a:ext cx="12496800" cy="6553200"/>
            <a:chOff x="2971800" y="2019300"/>
            <a:chExt cx="12496800" cy="655320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980A9CE-71CF-C75F-E2F6-E8C4B418AF5C}"/>
                </a:ext>
              </a:extLst>
            </p:cNvPr>
            <p:cNvGrpSpPr/>
            <p:nvPr/>
          </p:nvGrpSpPr>
          <p:grpSpPr>
            <a:xfrm>
              <a:off x="5334000" y="6648836"/>
              <a:ext cx="7620000" cy="1923664"/>
              <a:chOff x="5334000" y="6648836"/>
              <a:chExt cx="7620000" cy="192366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AA0FE56-F8C2-4C2A-7C4F-9243E0A47748}"/>
                  </a:ext>
                </a:extLst>
              </p:cNvPr>
              <p:cNvCxnSpPr/>
              <p:nvPr/>
            </p:nvCxnSpPr>
            <p:spPr>
              <a:xfrm>
                <a:off x="5334000" y="8572500"/>
                <a:ext cx="7620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85552F1-3990-1C05-35B5-C1F21463CE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280735" y="6648836"/>
                <a:ext cx="15665" cy="189886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1D12AE6-60EF-3B9A-3072-DDAA8FFF6649}"/>
                </a:ext>
              </a:extLst>
            </p:cNvPr>
            <p:cNvCxnSpPr/>
            <p:nvPr/>
          </p:nvCxnSpPr>
          <p:spPr>
            <a:xfrm flipH="1">
              <a:off x="11468100" y="2019300"/>
              <a:ext cx="14859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1F56FF2-5330-39C3-2DC0-B09236784163}"/>
                </a:ext>
              </a:extLst>
            </p:cNvPr>
            <p:cNvCxnSpPr/>
            <p:nvPr/>
          </p:nvCxnSpPr>
          <p:spPr>
            <a:xfrm flipH="1">
              <a:off x="5334000" y="2019300"/>
              <a:ext cx="14859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47D2AD5-2EF9-47DE-8957-68ABE7147AC8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0" y="3305783"/>
              <a:ext cx="0" cy="38817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B6D3615-92A6-DD46-D03B-5249E1FC64C4}"/>
                </a:ext>
              </a:extLst>
            </p:cNvPr>
            <p:cNvCxnSpPr>
              <a:cxnSpLocks/>
            </p:cNvCxnSpPr>
            <p:nvPr/>
          </p:nvCxnSpPr>
          <p:spPr>
            <a:xfrm>
              <a:off x="15468600" y="3305783"/>
              <a:ext cx="0" cy="383155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991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05E99-4B9E-7051-5BF0-70C3994D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>
            <a:extLst>
              <a:ext uri="{FF2B5EF4-FFF2-40B4-BE49-F238E27FC236}">
                <a16:creationId xmlns:a16="http://schemas.microsoft.com/office/drawing/2014/main" id="{AF96AFC8-9C08-CF55-BD91-E06171C9ED51}"/>
              </a:ext>
            </a:extLst>
          </p:cNvPr>
          <p:cNvGrpSpPr/>
          <p:nvPr/>
        </p:nvGrpSpPr>
        <p:grpSpPr>
          <a:xfrm>
            <a:off x="990600" y="723900"/>
            <a:ext cx="16306800" cy="8763000"/>
            <a:chOff x="0" y="0"/>
            <a:chExt cx="1846320" cy="857180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270F3C56-B8C0-2420-41B4-F5A0E603F113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97153CEB-6479-622F-E4A3-5A5BEFCB4450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TextBox 5">
            <a:extLst>
              <a:ext uri="{FF2B5EF4-FFF2-40B4-BE49-F238E27FC236}">
                <a16:creationId xmlns:a16="http://schemas.microsoft.com/office/drawing/2014/main" id="{1ADB6FB4-584C-7D32-7F56-0198B4546123}"/>
              </a:ext>
            </a:extLst>
          </p:cNvPr>
          <p:cNvSpPr txBox="1"/>
          <p:nvPr/>
        </p:nvSpPr>
        <p:spPr>
          <a:xfrm>
            <a:off x="4793196" y="1052714"/>
            <a:ext cx="8701607" cy="109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972385-1659-1602-A992-EAD2AD8DB0EF}"/>
              </a:ext>
            </a:extLst>
          </p:cNvPr>
          <p:cNvSpPr txBox="1"/>
          <p:nvPr/>
        </p:nvSpPr>
        <p:spPr>
          <a:xfrm>
            <a:off x="1409699" y="2539372"/>
            <a:ext cx="15468601" cy="556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lvl="0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bầu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lvl="0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thẩm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lvl="0" indent="-5715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9980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0A69A-801E-E654-D36F-DDE553EA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">
            <a:extLst>
              <a:ext uri="{FF2B5EF4-FFF2-40B4-BE49-F238E27FC236}">
                <a16:creationId xmlns:a16="http://schemas.microsoft.com/office/drawing/2014/main" id="{6B59D28A-D691-D9FD-64F5-614F9DE3B1CF}"/>
              </a:ext>
            </a:extLst>
          </p:cNvPr>
          <p:cNvGrpSpPr/>
          <p:nvPr/>
        </p:nvGrpSpPr>
        <p:grpSpPr>
          <a:xfrm>
            <a:off x="4313785" y="3924300"/>
            <a:ext cx="9935616" cy="2724536"/>
            <a:chOff x="0" y="0"/>
            <a:chExt cx="1846320" cy="857180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576A77A9-073B-9922-EB13-28CA59C5ED07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F794CDA9-7CAB-D1D6-0FEC-F449EF7B7950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4" name="TextBox 5">
            <a:extLst>
              <a:ext uri="{FF2B5EF4-FFF2-40B4-BE49-F238E27FC236}">
                <a16:creationId xmlns:a16="http://schemas.microsoft.com/office/drawing/2014/main" id="{D9E679D0-E481-9626-DCDB-E32638730D48}"/>
              </a:ext>
            </a:extLst>
          </p:cNvPr>
          <p:cNvSpPr txBox="1"/>
          <p:nvPr/>
        </p:nvSpPr>
        <p:spPr>
          <a:xfrm>
            <a:off x="5508842" y="3971673"/>
            <a:ext cx="7270316" cy="23436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5" name="Group 15">
            <a:extLst>
              <a:ext uri="{FF2B5EF4-FFF2-40B4-BE49-F238E27FC236}">
                <a16:creationId xmlns:a16="http://schemas.microsoft.com/office/drawing/2014/main" id="{BEB9B226-419A-3913-2FF3-3B305DDF98C9}"/>
              </a:ext>
            </a:extLst>
          </p:cNvPr>
          <p:cNvGrpSpPr/>
          <p:nvPr/>
        </p:nvGrpSpPr>
        <p:grpSpPr>
          <a:xfrm>
            <a:off x="685800" y="585354"/>
            <a:ext cx="4648200" cy="2720429"/>
            <a:chOff x="0" y="0"/>
            <a:chExt cx="1657702" cy="268543"/>
          </a:xfrm>
        </p:grpSpPr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6FC87718-543C-E74E-E394-D1375F8BD648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5A952CA6-EF8A-3BD7-7020-4AF958A87308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5">
            <a:extLst>
              <a:ext uri="{FF2B5EF4-FFF2-40B4-BE49-F238E27FC236}">
                <a16:creationId xmlns:a16="http://schemas.microsoft.com/office/drawing/2014/main" id="{11448742-D9BE-0F90-57E6-DDB6F759BEFC}"/>
              </a:ext>
            </a:extLst>
          </p:cNvPr>
          <p:cNvSpPr txBox="1"/>
          <p:nvPr/>
        </p:nvSpPr>
        <p:spPr>
          <a:xfrm>
            <a:off x="1208635" y="1294194"/>
            <a:ext cx="3382415" cy="9346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6178D427-DD63-7566-55EB-DA189D8714CC}"/>
              </a:ext>
            </a:extLst>
          </p:cNvPr>
          <p:cNvGrpSpPr/>
          <p:nvPr/>
        </p:nvGrpSpPr>
        <p:grpSpPr>
          <a:xfrm>
            <a:off x="12954000" y="594271"/>
            <a:ext cx="4648200" cy="2720429"/>
            <a:chOff x="0" y="0"/>
            <a:chExt cx="1657702" cy="268543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E8009677-7C6B-F4B0-1E8C-FB71536F0BAE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9E3C02E0-E061-EB53-1DF8-C75D29619C7E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5">
            <a:extLst>
              <a:ext uri="{FF2B5EF4-FFF2-40B4-BE49-F238E27FC236}">
                <a16:creationId xmlns:a16="http://schemas.microsoft.com/office/drawing/2014/main" id="{D82DBD3C-3468-9B1B-6857-A1461A1E8CEF}"/>
              </a:ext>
            </a:extLst>
          </p:cNvPr>
          <p:cNvSpPr txBox="1"/>
          <p:nvPr/>
        </p:nvSpPr>
        <p:spPr>
          <a:xfrm>
            <a:off x="13586892" y="863062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33" name="Group 15">
            <a:extLst>
              <a:ext uri="{FF2B5EF4-FFF2-40B4-BE49-F238E27FC236}">
                <a16:creationId xmlns:a16="http://schemas.microsoft.com/office/drawing/2014/main" id="{774E74F6-4495-4D82-9F10-3AB89476339F}"/>
              </a:ext>
            </a:extLst>
          </p:cNvPr>
          <p:cNvGrpSpPr/>
          <p:nvPr/>
        </p:nvGrpSpPr>
        <p:grpSpPr>
          <a:xfrm>
            <a:off x="685800" y="7187490"/>
            <a:ext cx="4648200" cy="2720429"/>
            <a:chOff x="0" y="0"/>
            <a:chExt cx="1657702" cy="268543"/>
          </a:xfrm>
        </p:grpSpPr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A1F7601A-963D-ED49-EC92-F18FF69ACD41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TextBox 17">
              <a:extLst>
                <a:ext uri="{FF2B5EF4-FFF2-40B4-BE49-F238E27FC236}">
                  <a16:creationId xmlns:a16="http://schemas.microsoft.com/office/drawing/2014/main" id="{02344FC0-BD48-670B-9FA2-4F27D85552EA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5">
            <a:extLst>
              <a:ext uri="{FF2B5EF4-FFF2-40B4-BE49-F238E27FC236}">
                <a16:creationId xmlns:a16="http://schemas.microsoft.com/office/drawing/2014/main" id="{22DED34E-B4B6-9CD4-9D41-B67089BBB6FB}"/>
              </a:ext>
            </a:extLst>
          </p:cNvPr>
          <p:cNvSpPr txBox="1"/>
          <p:nvPr/>
        </p:nvSpPr>
        <p:spPr>
          <a:xfrm>
            <a:off x="1333499" y="7942685"/>
            <a:ext cx="3132686" cy="9346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37" name="Group 15">
            <a:extLst>
              <a:ext uri="{FF2B5EF4-FFF2-40B4-BE49-F238E27FC236}">
                <a16:creationId xmlns:a16="http://schemas.microsoft.com/office/drawing/2014/main" id="{6D9D550D-1ADA-4EBC-69DC-ED9B5166A8B9}"/>
              </a:ext>
            </a:extLst>
          </p:cNvPr>
          <p:cNvGrpSpPr/>
          <p:nvPr/>
        </p:nvGrpSpPr>
        <p:grpSpPr>
          <a:xfrm>
            <a:off x="12954000" y="7137336"/>
            <a:ext cx="4648200" cy="2720429"/>
            <a:chOff x="0" y="0"/>
            <a:chExt cx="1657702" cy="268543"/>
          </a:xfrm>
        </p:grpSpPr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E0FF2C0C-EB61-0210-9B1F-8F14100374BA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28F3B4F0-D7CF-A30E-251C-238A76E36EAE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5">
            <a:extLst>
              <a:ext uri="{FF2B5EF4-FFF2-40B4-BE49-F238E27FC236}">
                <a16:creationId xmlns:a16="http://schemas.microsoft.com/office/drawing/2014/main" id="{359F56AE-B20C-A9A8-9517-0F0136018066}"/>
              </a:ext>
            </a:extLst>
          </p:cNvPr>
          <p:cNvSpPr txBox="1"/>
          <p:nvPr/>
        </p:nvSpPr>
        <p:spPr>
          <a:xfrm>
            <a:off x="13111070" y="7427494"/>
            <a:ext cx="4334058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47" name="Group 15">
            <a:extLst>
              <a:ext uri="{FF2B5EF4-FFF2-40B4-BE49-F238E27FC236}">
                <a16:creationId xmlns:a16="http://schemas.microsoft.com/office/drawing/2014/main" id="{DA1A787F-6CB7-B403-2D2C-AB51AA0BADB0}"/>
              </a:ext>
            </a:extLst>
          </p:cNvPr>
          <p:cNvGrpSpPr/>
          <p:nvPr/>
        </p:nvGrpSpPr>
        <p:grpSpPr>
          <a:xfrm>
            <a:off x="6819900" y="589587"/>
            <a:ext cx="4648200" cy="2720429"/>
            <a:chOff x="0" y="0"/>
            <a:chExt cx="1657702" cy="268543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03B056D-8C65-23D8-6432-E092053F1262}"/>
                </a:ext>
              </a:extLst>
            </p:cNvPr>
            <p:cNvSpPr/>
            <p:nvPr/>
          </p:nvSpPr>
          <p:spPr>
            <a:xfrm>
              <a:off x="0" y="0"/>
              <a:ext cx="1657702" cy="268543"/>
            </a:xfrm>
            <a:custGeom>
              <a:avLst/>
              <a:gdLst/>
              <a:ahLst/>
              <a:cxnLst/>
              <a:rect l="l" t="t" r="r" b="b"/>
              <a:pathLst>
                <a:path w="1657702" h="268543">
                  <a:moveTo>
                    <a:pt x="78722" y="0"/>
                  </a:moveTo>
                  <a:lnTo>
                    <a:pt x="1578980" y="0"/>
                  </a:lnTo>
                  <a:cubicBezTo>
                    <a:pt x="1599858" y="0"/>
                    <a:pt x="1619881" y="8294"/>
                    <a:pt x="1634645" y="23057"/>
                  </a:cubicBezTo>
                  <a:cubicBezTo>
                    <a:pt x="1649408" y="37820"/>
                    <a:pt x="1657702" y="57844"/>
                    <a:pt x="1657702" y="78722"/>
                  </a:cubicBezTo>
                  <a:lnTo>
                    <a:pt x="1657702" y="189821"/>
                  </a:lnTo>
                  <a:cubicBezTo>
                    <a:pt x="1657702" y="210699"/>
                    <a:pt x="1649408" y="230723"/>
                    <a:pt x="1634645" y="245486"/>
                  </a:cubicBezTo>
                  <a:cubicBezTo>
                    <a:pt x="1619881" y="260249"/>
                    <a:pt x="1599858" y="268543"/>
                    <a:pt x="1578980" y="268543"/>
                  </a:cubicBezTo>
                  <a:lnTo>
                    <a:pt x="78722" y="268543"/>
                  </a:lnTo>
                  <a:cubicBezTo>
                    <a:pt x="57844" y="268543"/>
                    <a:pt x="37820" y="260249"/>
                    <a:pt x="23057" y="245486"/>
                  </a:cubicBezTo>
                  <a:cubicBezTo>
                    <a:pt x="8294" y="230723"/>
                    <a:pt x="0" y="210699"/>
                    <a:pt x="0" y="189821"/>
                  </a:cubicBezTo>
                  <a:lnTo>
                    <a:pt x="0" y="78722"/>
                  </a:lnTo>
                  <a:cubicBezTo>
                    <a:pt x="0" y="57844"/>
                    <a:pt x="8294" y="37820"/>
                    <a:pt x="23057" y="23057"/>
                  </a:cubicBezTo>
                  <a:cubicBezTo>
                    <a:pt x="37820" y="8294"/>
                    <a:pt x="57844" y="0"/>
                    <a:pt x="787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418622F3-1ECE-1FC5-5F82-0CDE06B9D761}"/>
                </a:ext>
              </a:extLst>
            </p:cNvPr>
            <p:cNvSpPr txBox="1"/>
            <p:nvPr/>
          </p:nvSpPr>
          <p:spPr>
            <a:xfrm>
              <a:off x="0" y="-38100"/>
              <a:ext cx="1657702" cy="306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5">
            <a:extLst>
              <a:ext uri="{FF2B5EF4-FFF2-40B4-BE49-F238E27FC236}">
                <a16:creationId xmlns:a16="http://schemas.microsoft.com/office/drawing/2014/main" id="{152D60DC-CC93-EB01-0B51-E46014BFF132}"/>
              </a:ext>
            </a:extLst>
          </p:cNvPr>
          <p:cNvSpPr txBox="1"/>
          <p:nvPr/>
        </p:nvSpPr>
        <p:spPr>
          <a:xfrm>
            <a:off x="7452792" y="858378"/>
            <a:ext cx="3382415" cy="1996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4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211AC1D-AA0E-E6BB-12B0-D81E5BB3CB48}"/>
              </a:ext>
            </a:extLst>
          </p:cNvPr>
          <p:cNvGrpSpPr/>
          <p:nvPr/>
        </p:nvGrpSpPr>
        <p:grpSpPr>
          <a:xfrm>
            <a:off x="2971800" y="2019300"/>
            <a:ext cx="12496800" cy="6553200"/>
            <a:chOff x="2971800" y="2019300"/>
            <a:chExt cx="12496800" cy="655320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70A2882-318D-BCC2-3316-7AC37C5E6F20}"/>
                </a:ext>
              </a:extLst>
            </p:cNvPr>
            <p:cNvGrpSpPr/>
            <p:nvPr/>
          </p:nvGrpSpPr>
          <p:grpSpPr>
            <a:xfrm>
              <a:off x="5334000" y="6648836"/>
              <a:ext cx="7620000" cy="1923664"/>
              <a:chOff x="5334000" y="6648836"/>
              <a:chExt cx="7620000" cy="192366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14267B3-D39C-BC6C-A672-E0BDCC32B935}"/>
                  </a:ext>
                </a:extLst>
              </p:cNvPr>
              <p:cNvCxnSpPr/>
              <p:nvPr/>
            </p:nvCxnSpPr>
            <p:spPr>
              <a:xfrm>
                <a:off x="5334000" y="8572500"/>
                <a:ext cx="7620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9EEC9D2-B9E8-0105-D070-ED7795074B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280735" y="6648836"/>
                <a:ext cx="15665" cy="189886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FBFFB7B-CD0A-0864-7C65-E1A3921B4F9B}"/>
                </a:ext>
              </a:extLst>
            </p:cNvPr>
            <p:cNvCxnSpPr/>
            <p:nvPr/>
          </p:nvCxnSpPr>
          <p:spPr>
            <a:xfrm flipH="1">
              <a:off x="11468100" y="2019300"/>
              <a:ext cx="14859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3E590D9-18E7-F24B-60FB-4D2FB822FA2E}"/>
                </a:ext>
              </a:extLst>
            </p:cNvPr>
            <p:cNvCxnSpPr/>
            <p:nvPr/>
          </p:nvCxnSpPr>
          <p:spPr>
            <a:xfrm flipH="1">
              <a:off x="5334000" y="2019300"/>
              <a:ext cx="14859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4D5DA17-631A-9224-B366-23D9DE6BF7FA}"/>
                </a:ext>
              </a:extLst>
            </p:cNvPr>
            <p:cNvCxnSpPr>
              <a:cxnSpLocks/>
            </p:cNvCxnSpPr>
            <p:nvPr/>
          </p:nvCxnSpPr>
          <p:spPr>
            <a:xfrm>
              <a:off x="2971800" y="3305783"/>
              <a:ext cx="0" cy="38817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8503026-2F34-5C8F-3261-CE333BC9983D}"/>
                </a:ext>
              </a:extLst>
            </p:cNvPr>
            <p:cNvCxnSpPr>
              <a:cxnSpLocks/>
            </p:cNvCxnSpPr>
            <p:nvPr/>
          </p:nvCxnSpPr>
          <p:spPr>
            <a:xfrm>
              <a:off x="15468600" y="3305783"/>
              <a:ext cx="0" cy="383155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1594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419D6-D9D8-3FA4-859E-D8ACBE4D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>
            <a:extLst>
              <a:ext uri="{FF2B5EF4-FFF2-40B4-BE49-F238E27FC236}">
                <a16:creationId xmlns:a16="http://schemas.microsoft.com/office/drawing/2014/main" id="{2751F172-01C0-027C-DFD6-A50B475534D6}"/>
              </a:ext>
            </a:extLst>
          </p:cNvPr>
          <p:cNvGrpSpPr/>
          <p:nvPr/>
        </p:nvGrpSpPr>
        <p:grpSpPr>
          <a:xfrm>
            <a:off x="534924" y="723900"/>
            <a:ext cx="17218152" cy="8763000"/>
            <a:chOff x="0" y="0"/>
            <a:chExt cx="1846320" cy="857180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CDC57217-5CDC-87C9-3FE1-730333945A6C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D8D77702-6D6F-0668-C9CB-CA6A8502D092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TextBox 5">
            <a:extLst>
              <a:ext uri="{FF2B5EF4-FFF2-40B4-BE49-F238E27FC236}">
                <a16:creationId xmlns:a16="http://schemas.microsoft.com/office/drawing/2014/main" id="{31D22795-140E-6555-599C-4F21C688A707}"/>
              </a:ext>
            </a:extLst>
          </p:cNvPr>
          <p:cNvSpPr txBox="1"/>
          <p:nvPr/>
        </p:nvSpPr>
        <p:spPr>
          <a:xfrm>
            <a:off x="4793196" y="723900"/>
            <a:ext cx="8701607" cy="109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B4391B-158E-FF45-71D6-11803DECB4A5}"/>
              </a:ext>
            </a:extLst>
          </p:cNvPr>
          <p:cNvSpPr txBox="1"/>
          <p:nvPr/>
        </p:nvSpPr>
        <p:spPr>
          <a:xfrm>
            <a:off x="1409698" y="2210558"/>
            <a:ext cx="15468601" cy="6952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353):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Tài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354): Lợi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Lợi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355): Lợi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Tài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6768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208C8-ED1F-27A7-4697-6B2479E5E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>
            <a:extLst>
              <a:ext uri="{FF2B5EF4-FFF2-40B4-BE49-F238E27FC236}">
                <a16:creationId xmlns:a16="http://schemas.microsoft.com/office/drawing/2014/main" id="{17C80096-92D8-26F2-FF4D-7454A0A6F599}"/>
              </a:ext>
            </a:extLst>
          </p:cNvPr>
          <p:cNvGrpSpPr/>
          <p:nvPr/>
        </p:nvGrpSpPr>
        <p:grpSpPr>
          <a:xfrm>
            <a:off x="533400" y="723900"/>
            <a:ext cx="17221200" cy="8763000"/>
            <a:chOff x="0" y="0"/>
            <a:chExt cx="1846320" cy="857180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A7EBAE3D-0EA3-4D95-4949-D422F70AD3AB}"/>
                </a:ext>
              </a:extLst>
            </p:cNvPr>
            <p:cNvSpPr/>
            <p:nvPr/>
          </p:nvSpPr>
          <p:spPr>
            <a:xfrm>
              <a:off x="0" y="0"/>
              <a:ext cx="1846320" cy="857180"/>
            </a:xfrm>
            <a:custGeom>
              <a:avLst/>
              <a:gdLst/>
              <a:ahLst/>
              <a:cxnLst/>
              <a:rect l="l" t="t" r="r" b="b"/>
              <a:pathLst>
                <a:path w="1846320" h="857180">
                  <a:moveTo>
                    <a:pt x="20983" y="0"/>
                  </a:moveTo>
                  <a:lnTo>
                    <a:pt x="1825337" y="0"/>
                  </a:lnTo>
                  <a:cubicBezTo>
                    <a:pt x="1836926" y="0"/>
                    <a:pt x="1846320" y="9394"/>
                    <a:pt x="1846320" y="20983"/>
                  </a:cubicBezTo>
                  <a:lnTo>
                    <a:pt x="1846320" y="836197"/>
                  </a:lnTo>
                  <a:cubicBezTo>
                    <a:pt x="1846320" y="841762"/>
                    <a:pt x="1844109" y="847099"/>
                    <a:pt x="1840174" y="851034"/>
                  </a:cubicBezTo>
                  <a:cubicBezTo>
                    <a:pt x="1836239" y="854969"/>
                    <a:pt x="1830902" y="857180"/>
                    <a:pt x="1825337" y="857180"/>
                  </a:cubicBezTo>
                  <a:lnTo>
                    <a:pt x="20983" y="857180"/>
                  </a:lnTo>
                  <a:cubicBezTo>
                    <a:pt x="9394" y="857180"/>
                    <a:pt x="0" y="847786"/>
                    <a:pt x="0" y="836197"/>
                  </a:cubicBezTo>
                  <a:lnTo>
                    <a:pt x="0" y="20983"/>
                  </a:lnTo>
                  <a:cubicBezTo>
                    <a:pt x="0" y="9394"/>
                    <a:pt x="9394" y="0"/>
                    <a:pt x="209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0"/>
                  </a:srgbClr>
                </a:gs>
              </a:gsLst>
              <a:lin ang="2700000"/>
            </a:gradFill>
            <a:ln w="19050" cap="sq">
              <a:solidFill>
                <a:srgbClr val="DADCE4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ABC88575-89C8-A045-5211-943D65BA3A66}"/>
                </a:ext>
              </a:extLst>
            </p:cNvPr>
            <p:cNvSpPr txBox="1"/>
            <p:nvPr/>
          </p:nvSpPr>
          <p:spPr>
            <a:xfrm>
              <a:off x="0" y="-38100"/>
              <a:ext cx="1846320" cy="895280"/>
            </a:xfrm>
            <a:prstGeom prst="rect">
              <a:avLst/>
            </a:prstGeom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TextBox 5">
            <a:extLst>
              <a:ext uri="{FF2B5EF4-FFF2-40B4-BE49-F238E27FC236}">
                <a16:creationId xmlns:a16="http://schemas.microsoft.com/office/drawing/2014/main" id="{3703E012-3025-AA06-D5A1-22CD73E7D66E}"/>
              </a:ext>
            </a:extLst>
          </p:cNvPr>
          <p:cNvSpPr txBox="1"/>
          <p:nvPr/>
        </p:nvSpPr>
        <p:spPr>
          <a:xfrm>
            <a:off x="4793196" y="723900"/>
            <a:ext cx="8701607" cy="109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67280C-E0CE-90B8-F255-6766656E5183}"/>
              </a:ext>
            </a:extLst>
          </p:cNvPr>
          <p:cNvSpPr txBox="1"/>
          <p:nvPr/>
        </p:nvSpPr>
        <p:spPr>
          <a:xfrm>
            <a:off x="990600" y="1987424"/>
            <a:ext cx="16383000" cy="734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356):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mạo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359): Lợi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giấy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tờ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360):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364),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365)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366). </a:t>
            </a:r>
          </a:p>
        </p:txBody>
      </p:sp>
    </p:spTree>
    <p:extLst>
      <p:ext uri="{BB962C8B-B14F-4D97-AF65-F5344CB8AC3E}">
        <p14:creationId xmlns:p14="http://schemas.microsoft.com/office/powerpoint/2010/main" val="2816633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2068" y="2109283"/>
            <a:ext cx="17383864" cy="7802759"/>
            <a:chOff x="0" y="0"/>
            <a:chExt cx="5386431" cy="24177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86431" cy="2417703"/>
            </a:xfrm>
            <a:custGeom>
              <a:avLst/>
              <a:gdLst/>
              <a:ahLst/>
              <a:cxnLst/>
              <a:rect l="l" t="t" r="r" b="b"/>
              <a:pathLst>
                <a:path w="5386431" h="2417703">
                  <a:moveTo>
                    <a:pt x="14697" y="0"/>
                  </a:moveTo>
                  <a:lnTo>
                    <a:pt x="5371735" y="0"/>
                  </a:lnTo>
                  <a:cubicBezTo>
                    <a:pt x="5375632" y="0"/>
                    <a:pt x="5379370" y="1548"/>
                    <a:pt x="5382127" y="4305"/>
                  </a:cubicBezTo>
                  <a:cubicBezTo>
                    <a:pt x="5384883" y="7061"/>
                    <a:pt x="5386431" y="10799"/>
                    <a:pt x="5386431" y="14697"/>
                  </a:cubicBezTo>
                  <a:lnTo>
                    <a:pt x="5386431" y="2403006"/>
                  </a:lnTo>
                  <a:cubicBezTo>
                    <a:pt x="5386431" y="2406904"/>
                    <a:pt x="5384883" y="2410642"/>
                    <a:pt x="5382127" y="2413398"/>
                  </a:cubicBezTo>
                  <a:cubicBezTo>
                    <a:pt x="5379370" y="2416155"/>
                    <a:pt x="5375632" y="2417703"/>
                    <a:pt x="5371735" y="2417703"/>
                  </a:cubicBezTo>
                  <a:lnTo>
                    <a:pt x="14697" y="2417703"/>
                  </a:lnTo>
                  <a:cubicBezTo>
                    <a:pt x="10799" y="2417703"/>
                    <a:pt x="7061" y="2416155"/>
                    <a:pt x="4305" y="2413398"/>
                  </a:cubicBezTo>
                  <a:cubicBezTo>
                    <a:pt x="1548" y="2410642"/>
                    <a:pt x="0" y="2406904"/>
                    <a:pt x="0" y="2403006"/>
                  </a:cubicBezTo>
                  <a:lnTo>
                    <a:pt x="0" y="14697"/>
                  </a:lnTo>
                  <a:cubicBezTo>
                    <a:pt x="0" y="10799"/>
                    <a:pt x="1548" y="7061"/>
                    <a:pt x="4305" y="4305"/>
                  </a:cubicBezTo>
                  <a:cubicBezTo>
                    <a:pt x="7061" y="1548"/>
                    <a:pt x="10799" y="0"/>
                    <a:pt x="14697" y="0"/>
                  </a:cubicBezTo>
                  <a:close/>
                </a:path>
              </a:pathLst>
            </a:custGeom>
            <a:blipFill>
              <a:blip r:embed="rId2"/>
              <a:stretch>
                <a:fillRect t="-24331" b="-24331"/>
              </a:stretch>
            </a:blipFill>
            <a:ln w="19050" cap="rnd">
              <a:solidFill>
                <a:srgbClr val="DADCE4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109425" y="3932010"/>
            <a:ext cx="10551099" cy="4692744"/>
            <a:chOff x="0" y="0"/>
            <a:chExt cx="2778890" cy="1235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78890" cy="1235949"/>
            </a:xfrm>
            <a:custGeom>
              <a:avLst/>
              <a:gdLst/>
              <a:ahLst/>
              <a:cxnLst/>
              <a:rect l="l" t="t" r="r" b="b"/>
              <a:pathLst>
                <a:path w="2778890" h="1235949">
                  <a:moveTo>
                    <a:pt x="24214" y="0"/>
                  </a:moveTo>
                  <a:lnTo>
                    <a:pt x="2754676" y="0"/>
                  </a:lnTo>
                  <a:cubicBezTo>
                    <a:pt x="2761098" y="0"/>
                    <a:pt x="2767257" y="2551"/>
                    <a:pt x="2771798" y="7092"/>
                  </a:cubicBezTo>
                  <a:cubicBezTo>
                    <a:pt x="2776339" y="11633"/>
                    <a:pt x="2778890" y="17792"/>
                    <a:pt x="2778890" y="24214"/>
                  </a:cubicBezTo>
                  <a:lnTo>
                    <a:pt x="2778890" y="1211735"/>
                  </a:lnTo>
                  <a:cubicBezTo>
                    <a:pt x="2778890" y="1218157"/>
                    <a:pt x="2776339" y="1224316"/>
                    <a:pt x="2771798" y="1228857"/>
                  </a:cubicBezTo>
                  <a:cubicBezTo>
                    <a:pt x="2767257" y="1233398"/>
                    <a:pt x="2761098" y="1235949"/>
                    <a:pt x="2754676" y="1235949"/>
                  </a:cubicBezTo>
                  <a:lnTo>
                    <a:pt x="24214" y="1235949"/>
                  </a:lnTo>
                  <a:cubicBezTo>
                    <a:pt x="17792" y="1235949"/>
                    <a:pt x="11633" y="1233398"/>
                    <a:pt x="7092" y="1228857"/>
                  </a:cubicBezTo>
                  <a:cubicBezTo>
                    <a:pt x="2551" y="1224316"/>
                    <a:pt x="0" y="1218157"/>
                    <a:pt x="0" y="1211735"/>
                  </a:cubicBezTo>
                  <a:lnTo>
                    <a:pt x="0" y="24214"/>
                  </a:lnTo>
                  <a:cubicBezTo>
                    <a:pt x="0" y="17792"/>
                    <a:pt x="2551" y="11633"/>
                    <a:pt x="7092" y="7092"/>
                  </a:cubicBezTo>
                  <a:cubicBezTo>
                    <a:pt x="11633" y="2551"/>
                    <a:pt x="17792" y="0"/>
                    <a:pt x="242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2850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778890" cy="1274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29714" y="4868261"/>
            <a:ext cx="7910522" cy="254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99"/>
              </a:lnSpc>
              <a:spcBef>
                <a:spcPct val="0"/>
              </a:spcBef>
            </a:pPr>
            <a:r>
              <a:rPr lang="en-US" sz="14928" u="none" strike="noStrike" spc="-761">
                <a:solidFill>
                  <a:srgbClr val="DADCE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 &amp; A</a:t>
            </a:r>
          </a:p>
        </p:txBody>
      </p:sp>
      <p:sp>
        <p:nvSpPr>
          <p:cNvPr id="8" name="Freeform 8"/>
          <p:cNvSpPr/>
          <p:nvPr/>
        </p:nvSpPr>
        <p:spPr>
          <a:xfrm>
            <a:off x="629914" y="2109283"/>
            <a:ext cx="6477072" cy="9869825"/>
          </a:xfrm>
          <a:custGeom>
            <a:avLst/>
            <a:gdLst/>
            <a:ahLst/>
            <a:cxnLst/>
            <a:rect l="l" t="t" r="r" b="b"/>
            <a:pathLst>
              <a:path w="6477072" h="9869825">
                <a:moveTo>
                  <a:pt x="0" y="0"/>
                </a:moveTo>
                <a:lnTo>
                  <a:pt x="6477073" y="0"/>
                </a:lnTo>
                <a:lnTo>
                  <a:pt x="6477073" y="9869825"/>
                </a:lnTo>
                <a:lnTo>
                  <a:pt x="0" y="986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528268" y="2225253"/>
            <a:ext cx="17383864" cy="1767074"/>
          </a:xfrm>
          <a:custGeom>
            <a:avLst/>
            <a:gdLst/>
            <a:ahLst/>
            <a:cxnLst/>
            <a:rect l="l" t="t" r="r" b="b"/>
            <a:pathLst>
              <a:path w="4578466" h="189405">
                <a:moveTo>
                  <a:pt x="14697" y="0"/>
                </a:moveTo>
                <a:lnTo>
                  <a:pt x="4563770" y="0"/>
                </a:lnTo>
                <a:cubicBezTo>
                  <a:pt x="4571886" y="0"/>
                  <a:pt x="4578466" y="6580"/>
                  <a:pt x="4578466" y="14697"/>
                </a:cubicBezTo>
                <a:lnTo>
                  <a:pt x="4578466" y="174709"/>
                </a:lnTo>
                <a:cubicBezTo>
                  <a:pt x="4578466" y="178606"/>
                  <a:pt x="4576918" y="182344"/>
                  <a:pt x="4574162" y="185101"/>
                </a:cubicBezTo>
                <a:cubicBezTo>
                  <a:pt x="4571405" y="187857"/>
                  <a:pt x="4567667" y="189405"/>
                  <a:pt x="4563770" y="189405"/>
                </a:cubicBezTo>
                <a:lnTo>
                  <a:pt x="14697" y="189405"/>
                </a:lnTo>
                <a:cubicBezTo>
                  <a:pt x="10799" y="189405"/>
                  <a:pt x="7061" y="187857"/>
                  <a:pt x="4305" y="185101"/>
                </a:cubicBezTo>
                <a:cubicBezTo>
                  <a:pt x="1548" y="182344"/>
                  <a:pt x="0" y="178606"/>
                  <a:pt x="0" y="174709"/>
                </a:cubicBezTo>
                <a:lnTo>
                  <a:pt x="0" y="14697"/>
                </a:lnTo>
                <a:cubicBezTo>
                  <a:pt x="0" y="10799"/>
                  <a:pt x="1548" y="7061"/>
                  <a:pt x="4305" y="4305"/>
                </a:cubicBezTo>
                <a:cubicBezTo>
                  <a:pt x="7061" y="1548"/>
                  <a:pt x="10799" y="0"/>
                  <a:pt x="14697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520BA2-7C70-484E-8C4E-2F10BC4AB629}"/>
              </a:ext>
            </a:extLst>
          </p:cNvPr>
          <p:cNvSpPr txBox="1"/>
          <p:nvPr/>
        </p:nvSpPr>
        <p:spPr>
          <a:xfrm>
            <a:off x="762000" y="2416292"/>
            <a:ext cx="1684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Khung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tù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Theo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 BLHS,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</p:txBody>
      </p:sp>
      <p:sp>
        <p:nvSpPr>
          <p:cNvPr id="28" name="Freeform 21">
            <a:extLst>
              <a:ext uri="{FF2B5EF4-FFF2-40B4-BE49-F238E27FC236}">
                <a16:creationId xmlns:a16="http://schemas.microsoft.com/office/drawing/2014/main" id="{CD306AEA-DE05-E56B-90E6-19FC06A9BD83}"/>
              </a:ext>
            </a:extLst>
          </p:cNvPr>
          <p:cNvSpPr/>
          <p:nvPr/>
        </p:nvSpPr>
        <p:spPr>
          <a:xfrm>
            <a:off x="914400" y="6330009"/>
            <a:ext cx="6103944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11172B">
                  <a:alpha val="0"/>
                </a:srgbClr>
              </a:gs>
              <a:gs pos="100000">
                <a:srgbClr val="5F6886">
                  <a:alpha val="100000"/>
                </a:srgbClr>
              </a:gs>
            </a:gsLst>
            <a:lin ang="2700000"/>
          </a:gradFill>
        </p:spPr>
      </p:sp>
      <p:sp>
        <p:nvSpPr>
          <p:cNvPr id="30" name="Freeform 24">
            <a:extLst>
              <a:ext uri="{FF2B5EF4-FFF2-40B4-BE49-F238E27FC236}">
                <a16:creationId xmlns:a16="http://schemas.microsoft.com/office/drawing/2014/main" id="{2357AC47-2E2A-4D65-B4E6-7974CA63DE33}"/>
              </a:ext>
            </a:extLst>
          </p:cNvPr>
          <p:cNvSpPr/>
          <p:nvPr/>
        </p:nvSpPr>
        <p:spPr>
          <a:xfrm>
            <a:off x="914400" y="4754327"/>
            <a:ext cx="6103944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</p:spPr>
      </p:sp>
      <p:sp>
        <p:nvSpPr>
          <p:cNvPr id="32" name="Freeform 21">
            <a:extLst>
              <a:ext uri="{FF2B5EF4-FFF2-40B4-BE49-F238E27FC236}">
                <a16:creationId xmlns:a16="http://schemas.microsoft.com/office/drawing/2014/main" id="{32E30A37-6101-1F24-5714-E17C42F94EB4}"/>
              </a:ext>
            </a:extLst>
          </p:cNvPr>
          <p:cNvSpPr/>
          <p:nvPr/>
        </p:nvSpPr>
        <p:spPr>
          <a:xfrm>
            <a:off x="10972800" y="6330009"/>
            <a:ext cx="6103944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11172B">
                  <a:alpha val="0"/>
                </a:srgbClr>
              </a:gs>
              <a:gs pos="100000">
                <a:srgbClr val="5F6886">
                  <a:alpha val="100000"/>
                </a:srgbClr>
              </a:gs>
            </a:gsLst>
            <a:lin ang="2700000"/>
          </a:gradFill>
        </p:spPr>
      </p:sp>
      <p:sp>
        <p:nvSpPr>
          <p:cNvPr id="34" name="Freeform 24">
            <a:extLst>
              <a:ext uri="{FF2B5EF4-FFF2-40B4-BE49-F238E27FC236}">
                <a16:creationId xmlns:a16="http://schemas.microsoft.com/office/drawing/2014/main" id="{DA32B551-DA3C-C5AA-36F2-171033257A79}"/>
              </a:ext>
            </a:extLst>
          </p:cNvPr>
          <p:cNvSpPr/>
          <p:nvPr/>
        </p:nvSpPr>
        <p:spPr>
          <a:xfrm>
            <a:off x="10972800" y="4754327"/>
            <a:ext cx="6103944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0EEB1B-BB37-8C0A-CDEC-4AD945CC76B2}"/>
              </a:ext>
            </a:extLst>
          </p:cNvPr>
          <p:cNvSpPr txBox="1"/>
          <p:nvPr/>
        </p:nvSpPr>
        <p:spPr>
          <a:xfrm>
            <a:off x="1219200" y="4991100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6F2BD2-DDC7-8B3A-8378-DAC3FC29958D}"/>
              </a:ext>
            </a:extLst>
          </p:cNvPr>
          <p:cNvSpPr txBox="1"/>
          <p:nvPr/>
        </p:nvSpPr>
        <p:spPr>
          <a:xfrm>
            <a:off x="1219200" y="6574073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38C543-F2FB-C52B-0B78-6FC02B541C53}"/>
              </a:ext>
            </a:extLst>
          </p:cNvPr>
          <p:cNvSpPr txBox="1"/>
          <p:nvPr/>
        </p:nvSpPr>
        <p:spPr>
          <a:xfrm>
            <a:off x="11357772" y="4991100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3A649E-D744-F597-AE6E-6E09D7675369}"/>
              </a:ext>
            </a:extLst>
          </p:cNvPr>
          <p:cNvSpPr txBox="1"/>
          <p:nvPr/>
        </p:nvSpPr>
        <p:spPr>
          <a:xfrm>
            <a:off x="11357772" y="6574073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5" name="Graphic 44" descr="Checkmark with solid fill">
            <a:extLst>
              <a:ext uri="{FF2B5EF4-FFF2-40B4-BE49-F238E27FC236}">
                <a16:creationId xmlns:a16="http://schemas.microsoft.com/office/drawing/2014/main" id="{217F6A3F-8403-29DE-681F-B91ED55ED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66372" y="4795510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DD07C-A5D9-B154-8DEC-BE501666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5FFB0C1-30FD-C4A6-46A6-D0CB0537CC96}"/>
              </a:ext>
            </a:extLst>
          </p:cNvPr>
          <p:cNvSpPr/>
          <p:nvPr/>
        </p:nvSpPr>
        <p:spPr>
          <a:xfrm>
            <a:off x="528268" y="2225253"/>
            <a:ext cx="17383864" cy="1767074"/>
          </a:xfrm>
          <a:custGeom>
            <a:avLst/>
            <a:gdLst/>
            <a:ahLst/>
            <a:cxnLst/>
            <a:rect l="l" t="t" r="r" b="b"/>
            <a:pathLst>
              <a:path w="4578466" h="189405">
                <a:moveTo>
                  <a:pt x="14697" y="0"/>
                </a:moveTo>
                <a:lnTo>
                  <a:pt x="4563770" y="0"/>
                </a:lnTo>
                <a:cubicBezTo>
                  <a:pt x="4571886" y="0"/>
                  <a:pt x="4578466" y="6580"/>
                  <a:pt x="4578466" y="14697"/>
                </a:cubicBezTo>
                <a:lnTo>
                  <a:pt x="4578466" y="174709"/>
                </a:lnTo>
                <a:cubicBezTo>
                  <a:pt x="4578466" y="178606"/>
                  <a:pt x="4576918" y="182344"/>
                  <a:pt x="4574162" y="185101"/>
                </a:cubicBezTo>
                <a:cubicBezTo>
                  <a:pt x="4571405" y="187857"/>
                  <a:pt x="4567667" y="189405"/>
                  <a:pt x="4563770" y="189405"/>
                </a:cubicBezTo>
                <a:lnTo>
                  <a:pt x="14697" y="189405"/>
                </a:lnTo>
                <a:cubicBezTo>
                  <a:pt x="10799" y="189405"/>
                  <a:pt x="7061" y="187857"/>
                  <a:pt x="4305" y="185101"/>
                </a:cubicBezTo>
                <a:cubicBezTo>
                  <a:pt x="1548" y="182344"/>
                  <a:pt x="0" y="178606"/>
                  <a:pt x="0" y="174709"/>
                </a:cubicBezTo>
                <a:lnTo>
                  <a:pt x="0" y="14697"/>
                </a:lnTo>
                <a:cubicBezTo>
                  <a:pt x="0" y="10799"/>
                  <a:pt x="1548" y="7061"/>
                  <a:pt x="4305" y="4305"/>
                </a:cubicBezTo>
                <a:cubicBezTo>
                  <a:pt x="7061" y="1548"/>
                  <a:pt x="10799" y="0"/>
                  <a:pt x="14697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0A0912-264C-BFCA-E20D-53CE56AB4CDC}"/>
              </a:ext>
            </a:extLst>
          </p:cNvPr>
          <p:cNvSpPr txBox="1"/>
          <p:nvPr/>
        </p:nvSpPr>
        <p:spPr>
          <a:xfrm>
            <a:off x="762000" y="2416292"/>
            <a:ext cx="1684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cướp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dao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E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hẻm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Theo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17 BLHS,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8" name="Freeform 21">
            <a:extLst>
              <a:ext uri="{FF2B5EF4-FFF2-40B4-BE49-F238E27FC236}">
                <a16:creationId xmlns:a16="http://schemas.microsoft.com/office/drawing/2014/main" id="{A50C00C3-DD03-362B-6025-1F55C279DF2E}"/>
              </a:ext>
            </a:extLst>
          </p:cNvPr>
          <p:cNvSpPr/>
          <p:nvPr/>
        </p:nvSpPr>
        <p:spPr>
          <a:xfrm>
            <a:off x="914400" y="6330009"/>
            <a:ext cx="7467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11172B">
                  <a:alpha val="0"/>
                </a:srgbClr>
              </a:gs>
              <a:gs pos="100000">
                <a:srgbClr val="5F6886">
                  <a:alpha val="100000"/>
                </a:srgbClr>
              </a:gs>
            </a:gsLst>
            <a:lin ang="2700000"/>
          </a:gradFill>
        </p:spPr>
      </p:sp>
      <p:sp>
        <p:nvSpPr>
          <p:cNvPr id="30" name="Freeform 24">
            <a:extLst>
              <a:ext uri="{FF2B5EF4-FFF2-40B4-BE49-F238E27FC236}">
                <a16:creationId xmlns:a16="http://schemas.microsoft.com/office/drawing/2014/main" id="{F37B52E8-BC29-9833-251D-203BBE8AE36D}"/>
              </a:ext>
            </a:extLst>
          </p:cNvPr>
          <p:cNvSpPr/>
          <p:nvPr/>
        </p:nvSpPr>
        <p:spPr>
          <a:xfrm>
            <a:off x="914400" y="4754327"/>
            <a:ext cx="7467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74894A-064B-DDBE-4682-B99CD329B4DB}"/>
              </a:ext>
            </a:extLst>
          </p:cNvPr>
          <p:cNvSpPr txBox="1"/>
          <p:nvPr/>
        </p:nvSpPr>
        <p:spPr>
          <a:xfrm>
            <a:off x="1066800" y="4818846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DE5BB0-87A4-CB09-3979-7D1D9F815DA5}"/>
              </a:ext>
            </a:extLst>
          </p:cNvPr>
          <p:cNvSpPr txBox="1"/>
          <p:nvPr/>
        </p:nvSpPr>
        <p:spPr>
          <a:xfrm>
            <a:off x="1143000" y="6394528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21">
            <a:extLst>
              <a:ext uri="{FF2B5EF4-FFF2-40B4-BE49-F238E27FC236}">
                <a16:creationId xmlns:a16="http://schemas.microsoft.com/office/drawing/2014/main" id="{22BFAEE1-21D4-3B97-B57F-AE6F3557CC19}"/>
              </a:ext>
            </a:extLst>
          </p:cNvPr>
          <p:cNvSpPr/>
          <p:nvPr/>
        </p:nvSpPr>
        <p:spPr>
          <a:xfrm>
            <a:off x="9906000" y="6330009"/>
            <a:ext cx="7467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11172B">
                  <a:alpha val="0"/>
                </a:srgbClr>
              </a:gs>
              <a:gs pos="100000">
                <a:srgbClr val="5F6886">
                  <a:alpha val="100000"/>
                </a:srgbClr>
              </a:gs>
            </a:gsLst>
            <a:lin ang="2700000"/>
          </a:gradFill>
        </p:spPr>
      </p:sp>
      <p:sp>
        <p:nvSpPr>
          <p:cNvPr id="6" name="Freeform 24">
            <a:extLst>
              <a:ext uri="{FF2B5EF4-FFF2-40B4-BE49-F238E27FC236}">
                <a16:creationId xmlns:a16="http://schemas.microsoft.com/office/drawing/2014/main" id="{B9C5B7D5-44B2-44D3-4457-9CA5CE288C7B}"/>
              </a:ext>
            </a:extLst>
          </p:cNvPr>
          <p:cNvSpPr/>
          <p:nvPr/>
        </p:nvSpPr>
        <p:spPr>
          <a:xfrm>
            <a:off x="9906000" y="4754327"/>
            <a:ext cx="7467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D38AE8-B28A-8BB9-479C-AB470E8143CC}"/>
              </a:ext>
            </a:extLst>
          </p:cNvPr>
          <p:cNvSpPr txBox="1"/>
          <p:nvPr/>
        </p:nvSpPr>
        <p:spPr>
          <a:xfrm>
            <a:off x="10134600" y="4818846"/>
            <a:ext cx="6781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0040C-79A2-D0E6-8559-633D2C4F3960}"/>
              </a:ext>
            </a:extLst>
          </p:cNvPr>
          <p:cNvSpPr txBox="1"/>
          <p:nvPr/>
        </p:nvSpPr>
        <p:spPr>
          <a:xfrm>
            <a:off x="10287000" y="6459048"/>
            <a:ext cx="670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A1639B44-0839-0EF7-887F-B747E8A39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4300" y="66248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17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8023C-13FA-B82F-431A-24C1C2D98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EDC1EF8-C8BC-64EA-6497-1286E30841B1}"/>
              </a:ext>
            </a:extLst>
          </p:cNvPr>
          <p:cNvSpPr/>
          <p:nvPr/>
        </p:nvSpPr>
        <p:spPr>
          <a:xfrm>
            <a:off x="528268" y="2225253"/>
            <a:ext cx="17383864" cy="1767074"/>
          </a:xfrm>
          <a:custGeom>
            <a:avLst/>
            <a:gdLst/>
            <a:ahLst/>
            <a:cxnLst/>
            <a:rect l="l" t="t" r="r" b="b"/>
            <a:pathLst>
              <a:path w="4578466" h="189405">
                <a:moveTo>
                  <a:pt x="14697" y="0"/>
                </a:moveTo>
                <a:lnTo>
                  <a:pt x="4563770" y="0"/>
                </a:lnTo>
                <a:cubicBezTo>
                  <a:pt x="4571886" y="0"/>
                  <a:pt x="4578466" y="6580"/>
                  <a:pt x="4578466" y="14697"/>
                </a:cubicBezTo>
                <a:lnTo>
                  <a:pt x="4578466" y="174709"/>
                </a:lnTo>
                <a:cubicBezTo>
                  <a:pt x="4578466" y="178606"/>
                  <a:pt x="4576918" y="182344"/>
                  <a:pt x="4574162" y="185101"/>
                </a:cubicBezTo>
                <a:cubicBezTo>
                  <a:pt x="4571405" y="187857"/>
                  <a:pt x="4567667" y="189405"/>
                  <a:pt x="4563770" y="189405"/>
                </a:cubicBezTo>
                <a:lnTo>
                  <a:pt x="14697" y="189405"/>
                </a:lnTo>
                <a:cubicBezTo>
                  <a:pt x="10799" y="189405"/>
                  <a:pt x="7061" y="187857"/>
                  <a:pt x="4305" y="185101"/>
                </a:cubicBezTo>
                <a:cubicBezTo>
                  <a:pt x="1548" y="182344"/>
                  <a:pt x="0" y="178606"/>
                  <a:pt x="0" y="174709"/>
                </a:cubicBezTo>
                <a:lnTo>
                  <a:pt x="0" y="14697"/>
                </a:lnTo>
                <a:cubicBezTo>
                  <a:pt x="0" y="10799"/>
                  <a:pt x="1548" y="7061"/>
                  <a:pt x="4305" y="4305"/>
                </a:cubicBezTo>
                <a:cubicBezTo>
                  <a:pt x="7061" y="1548"/>
                  <a:pt x="10799" y="0"/>
                  <a:pt x="14697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5A7BAE-9946-D836-7AFB-762F62408CA3}"/>
              </a:ext>
            </a:extLst>
          </p:cNvPr>
          <p:cNvSpPr txBox="1"/>
          <p:nvPr/>
        </p:nvSpPr>
        <p:spPr>
          <a:xfrm>
            <a:off x="762000" y="2416292"/>
            <a:ext cx="1684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thuốc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thuốc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kịp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BLHS? </a:t>
            </a:r>
          </a:p>
        </p:txBody>
      </p:sp>
      <p:sp>
        <p:nvSpPr>
          <p:cNvPr id="28" name="Freeform 21">
            <a:extLst>
              <a:ext uri="{FF2B5EF4-FFF2-40B4-BE49-F238E27FC236}">
                <a16:creationId xmlns:a16="http://schemas.microsoft.com/office/drawing/2014/main" id="{7DDD5D12-D911-E26B-7BE4-C733B125FD69}"/>
              </a:ext>
            </a:extLst>
          </p:cNvPr>
          <p:cNvSpPr/>
          <p:nvPr/>
        </p:nvSpPr>
        <p:spPr>
          <a:xfrm>
            <a:off x="914400" y="6330009"/>
            <a:ext cx="7467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11172B">
                  <a:alpha val="0"/>
                </a:srgbClr>
              </a:gs>
              <a:gs pos="100000">
                <a:srgbClr val="5F6886">
                  <a:alpha val="100000"/>
                </a:srgbClr>
              </a:gs>
            </a:gsLst>
            <a:lin ang="2700000"/>
          </a:gradFill>
        </p:spPr>
      </p:sp>
      <p:sp>
        <p:nvSpPr>
          <p:cNvPr id="30" name="Freeform 24">
            <a:extLst>
              <a:ext uri="{FF2B5EF4-FFF2-40B4-BE49-F238E27FC236}">
                <a16:creationId xmlns:a16="http://schemas.microsoft.com/office/drawing/2014/main" id="{84E5FAE2-5471-2EC5-47D7-EEB8A585517E}"/>
              </a:ext>
            </a:extLst>
          </p:cNvPr>
          <p:cNvSpPr/>
          <p:nvPr/>
        </p:nvSpPr>
        <p:spPr>
          <a:xfrm>
            <a:off x="914400" y="4754327"/>
            <a:ext cx="7467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31BD48-E914-B82C-65CC-7813B7D216B8}"/>
              </a:ext>
            </a:extLst>
          </p:cNvPr>
          <p:cNvSpPr txBox="1"/>
          <p:nvPr/>
        </p:nvSpPr>
        <p:spPr>
          <a:xfrm>
            <a:off x="1066800" y="4818846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dọa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484549-EC0D-F49C-A0BB-9DCF2352B161}"/>
              </a:ext>
            </a:extLst>
          </p:cNvPr>
          <p:cNvSpPr txBox="1"/>
          <p:nvPr/>
        </p:nvSpPr>
        <p:spPr>
          <a:xfrm>
            <a:off x="1143000" y="6394528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TNHS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Freeform 21">
            <a:extLst>
              <a:ext uri="{FF2B5EF4-FFF2-40B4-BE49-F238E27FC236}">
                <a16:creationId xmlns:a16="http://schemas.microsoft.com/office/drawing/2014/main" id="{4657A3FB-E783-0C45-1258-6A36FD602623}"/>
              </a:ext>
            </a:extLst>
          </p:cNvPr>
          <p:cNvSpPr/>
          <p:nvPr/>
        </p:nvSpPr>
        <p:spPr>
          <a:xfrm>
            <a:off x="9906000" y="6330009"/>
            <a:ext cx="7467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11172B">
                  <a:alpha val="0"/>
                </a:srgbClr>
              </a:gs>
              <a:gs pos="100000">
                <a:srgbClr val="5F6886">
                  <a:alpha val="100000"/>
                </a:srgbClr>
              </a:gs>
            </a:gsLst>
            <a:lin ang="2700000"/>
          </a:gradFill>
        </p:spPr>
      </p:sp>
      <p:sp>
        <p:nvSpPr>
          <p:cNvPr id="6" name="Freeform 24">
            <a:extLst>
              <a:ext uri="{FF2B5EF4-FFF2-40B4-BE49-F238E27FC236}">
                <a16:creationId xmlns:a16="http://schemas.microsoft.com/office/drawing/2014/main" id="{B88690FC-3212-079F-AAC7-EE8BD2686280}"/>
              </a:ext>
            </a:extLst>
          </p:cNvPr>
          <p:cNvSpPr/>
          <p:nvPr/>
        </p:nvSpPr>
        <p:spPr>
          <a:xfrm>
            <a:off x="9906000" y="4754327"/>
            <a:ext cx="7848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075A5-2B0E-776E-ABC0-EE59827BE36E}"/>
              </a:ext>
            </a:extLst>
          </p:cNvPr>
          <p:cNvSpPr txBox="1"/>
          <p:nvPr/>
        </p:nvSpPr>
        <p:spPr>
          <a:xfrm>
            <a:off x="9982200" y="4803248"/>
            <a:ext cx="723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TNHS,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giết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2986D8-71D8-2E38-7EA5-4848F7149BC8}"/>
              </a:ext>
            </a:extLst>
          </p:cNvPr>
          <p:cNvSpPr txBox="1"/>
          <p:nvPr/>
        </p:nvSpPr>
        <p:spPr>
          <a:xfrm>
            <a:off x="10287000" y="6459048"/>
            <a:ext cx="670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nửa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chừng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dứt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miễn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TNHS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6EBD1BFC-7FAE-C4CF-4BFC-221E77295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940212" y="52525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28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950A5-48B2-9609-602A-4696C6925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02876BD-7F56-B917-47F4-259272273EBF}"/>
              </a:ext>
            </a:extLst>
          </p:cNvPr>
          <p:cNvSpPr/>
          <p:nvPr/>
        </p:nvSpPr>
        <p:spPr>
          <a:xfrm>
            <a:off x="528268" y="2225253"/>
            <a:ext cx="17383864" cy="1767074"/>
          </a:xfrm>
          <a:custGeom>
            <a:avLst/>
            <a:gdLst/>
            <a:ahLst/>
            <a:cxnLst/>
            <a:rect l="l" t="t" r="r" b="b"/>
            <a:pathLst>
              <a:path w="4578466" h="189405">
                <a:moveTo>
                  <a:pt x="14697" y="0"/>
                </a:moveTo>
                <a:lnTo>
                  <a:pt x="4563770" y="0"/>
                </a:lnTo>
                <a:cubicBezTo>
                  <a:pt x="4571886" y="0"/>
                  <a:pt x="4578466" y="6580"/>
                  <a:pt x="4578466" y="14697"/>
                </a:cubicBezTo>
                <a:lnTo>
                  <a:pt x="4578466" y="174709"/>
                </a:lnTo>
                <a:cubicBezTo>
                  <a:pt x="4578466" y="178606"/>
                  <a:pt x="4576918" y="182344"/>
                  <a:pt x="4574162" y="185101"/>
                </a:cubicBezTo>
                <a:cubicBezTo>
                  <a:pt x="4571405" y="187857"/>
                  <a:pt x="4567667" y="189405"/>
                  <a:pt x="4563770" y="189405"/>
                </a:cubicBezTo>
                <a:lnTo>
                  <a:pt x="14697" y="189405"/>
                </a:lnTo>
                <a:cubicBezTo>
                  <a:pt x="10799" y="189405"/>
                  <a:pt x="7061" y="187857"/>
                  <a:pt x="4305" y="185101"/>
                </a:cubicBezTo>
                <a:cubicBezTo>
                  <a:pt x="1548" y="182344"/>
                  <a:pt x="0" y="178606"/>
                  <a:pt x="0" y="174709"/>
                </a:cubicBezTo>
                <a:lnTo>
                  <a:pt x="0" y="14697"/>
                </a:lnTo>
                <a:cubicBezTo>
                  <a:pt x="0" y="10799"/>
                  <a:pt x="1548" y="7061"/>
                  <a:pt x="4305" y="4305"/>
                </a:cubicBezTo>
                <a:cubicBezTo>
                  <a:pt x="7061" y="1548"/>
                  <a:pt x="10799" y="0"/>
                  <a:pt x="14697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CE92E2-466B-9ED5-9190-EB201528BEA0}"/>
              </a:ext>
            </a:extLst>
          </p:cNvPr>
          <p:cNvSpPr txBox="1"/>
          <p:nvPr/>
        </p:nvSpPr>
        <p:spPr>
          <a:xfrm>
            <a:off x="762000" y="2416292"/>
            <a:ext cx="1684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hối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354 BLHS. Theo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 BLHS 2025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8" name="Freeform 21">
            <a:extLst>
              <a:ext uri="{FF2B5EF4-FFF2-40B4-BE49-F238E27FC236}">
                <a16:creationId xmlns:a16="http://schemas.microsoft.com/office/drawing/2014/main" id="{627B0355-918A-E0F4-1556-8BC51E994587}"/>
              </a:ext>
            </a:extLst>
          </p:cNvPr>
          <p:cNvSpPr/>
          <p:nvPr/>
        </p:nvSpPr>
        <p:spPr>
          <a:xfrm>
            <a:off x="914400" y="6330009"/>
            <a:ext cx="7467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11172B">
                  <a:alpha val="0"/>
                </a:srgbClr>
              </a:gs>
              <a:gs pos="100000">
                <a:srgbClr val="5F6886">
                  <a:alpha val="100000"/>
                </a:srgbClr>
              </a:gs>
            </a:gsLst>
            <a:lin ang="2700000"/>
          </a:gradFill>
        </p:spPr>
      </p:sp>
      <p:sp>
        <p:nvSpPr>
          <p:cNvPr id="30" name="Freeform 24">
            <a:extLst>
              <a:ext uri="{FF2B5EF4-FFF2-40B4-BE49-F238E27FC236}">
                <a16:creationId xmlns:a16="http://schemas.microsoft.com/office/drawing/2014/main" id="{EF30ACF4-67B4-3872-1F2E-ADE812A4DC5F}"/>
              </a:ext>
            </a:extLst>
          </p:cNvPr>
          <p:cNvSpPr/>
          <p:nvPr/>
        </p:nvSpPr>
        <p:spPr>
          <a:xfrm>
            <a:off x="914400" y="4754327"/>
            <a:ext cx="7467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71F614-0743-7615-9965-AF4E68C5297A}"/>
              </a:ext>
            </a:extLst>
          </p:cNvPr>
          <p:cNvSpPr txBox="1"/>
          <p:nvPr/>
        </p:nvSpPr>
        <p:spPr>
          <a:xfrm>
            <a:off x="1066800" y="5018691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C81390-DEEA-6C3B-1703-88CB0A5F5EB6}"/>
              </a:ext>
            </a:extLst>
          </p:cNvPr>
          <p:cNvSpPr txBox="1"/>
          <p:nvPr/>
        </p:nvSpPr>
        <p:spPr>
          <a:xfrm>
            <a:off x="1190625" y="6609972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Tù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21">
            <a:extLst>
              <a:ext uri="{FF2B5EF4-FFF2-40B4-BE49-F238E27FC236}">
                <a16:creationId xmlns:a16="http://schemas.microsoft.com/office/drawing/2014/main" id="{076AD638-063D-D42A-305A-67ADF57E044B}"/>
              </a:ext>
            </a:extLst>
          </p:cNvPr>
          <p:cNvSpPr/>
          <p:nvPr/>
        </p:nvSpPr>
        <p:spPr>
          <a:xfrm>
            <a:off x="9906000" y="6330009"/>
            <a:ext cx="7467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11172B">
                  <a:alpha val="0"/>
                </a:srgbClr>
              </a:gs>
              <a:gs pos="100000">
                <a:srgbClr val="5F6886">
                  <a:alpha val="100000"/>
                </a:srgbClr>
              </a:gs>
            </a:gsLst>
            <a:lin ang="2700000"/>
          </a:gradFill>
        </p:spPr>
      </p:sp>
      <p:sp>
        <p:nvSpPr>
          <p:cNvPr id="6" name="Freeform 24">
            <a:extLst>
              <a:ext uri="{FF2B5EF4-FFF2-40B4-BE49-F238E27FC236}">
                <a16:creationId xmlns:a16="http://schemas.microsoft.com/office/drawing/2014/main" id="{9DBA4DF7-30AB-8B3F-F220-E2A3D326546C}"/>
              </a:ext>
            </a:extLst>
          </p:cNvPr>
          <p:cNvSpPr/>
          <p:nvPr/>
        </p:nvSpPr>
        <p:spPr>
          <a:xfrm>
            <a:off x="9906000" y="4754327"/>
            <a:ext cx="78486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E19CC-2C0E-233A-D57A-791350A56034}"/>
              </a:ext>
            </a:extLst>
          </p:cNvPr>
          <p:cNvSpPr txBox="1"/>
          <p:nvPr/>
        </p:nvSpPr>
        <p:spPr>
          <a:xfrm>
            <a:off x="10020300" y="5018691"/>
            <a:ext cx="723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Tù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BBB747-B7D0-219E-04F4-EB9CB3462FCB}"/>
              </a:ext>
            </a:extLst>
          </p:cNvPr>
          <p:cNvSpPr txBox="1"/>
          <p:nvPr/>
        </p:nvSpPr>
        <p:spPr>
          <a:xfrm>
            <a:off x="10391775" y="6399193"/>
            <a:ext cx="670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4E34584F-C9E2-E163-C25C-767D6AED6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6687" y="65467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7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0E0C4-21AF-E074-915D-8537889A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663EA6E-1CDF-AC5E-C661-9FC155C0D768}"/>
              </a:ext>
            </a:extLst>
          </p:cNvPr>
          <p:cNvSpPr/>
          <p:nvPr/>
        </p:nvSpPr>
        <p:spPr>
          <a:xfrm>
            <a:off x="337768" y="880556"/>
            <a:ext cx="17383864" cy="1767074"/>
          </a:xfrm>
          <a:custGeom>
            <a:avLst/>
            <a:gdLst/>
            <a:ahLst/>
            <a:cxnLst/>
            <a:rect l="l" t="t" r="r" b="b"/>
            <a:pathLst>
              <a:path w="4578466" h="189405">
                <a:moveTo>
                  <a:pt x="14697" y="0"/>
                </a:moveTo>
                <a:lnTo>
                  <a:pt x="4563770" y="0"/>
                </a:lnTo>
                <a:cubicBezTo>
                  <a:pt x="4571886" y="0"/>
                  <a:pt x="4578466" y="6580"/>
                  <a:pt x="4578466" y="14697"/>
                </a:cubicBezTo>
                <a:lnTo>
                  <a:pt x="4578466" y="174709"/>
                </a:lnTo>
                <a:cubicBezTo>
                  <a:pt x="4578466" y="178606"/>
                  <a:pt x="4576918" y="182344"/>
                  <a:pt x="4574162" y="185101"/>
                </a:cubicBezTo>
                <a:cubicBezTo>
                  <a:pt x="4571405" y="187857"/>
                  <a:pt x="4567667" y="189405"/>
                  <a:pt x="4563770" y="189405"/>
                </a:cubicBezTo>
                <a:lnTo>
                  <a:pt x="14697" y="189405"/>
                </a:lnTo>
                <a:cubicBezTo>
                  <a:pt x="10799" y="189405"/>
                  <a:pt x="7061" y="187857"/>
                  <a:pt x="4305" y="185101"/>
                </a:cubicBezTo>
                <a:cubicBezTo>
                  <a:pt x="1548" y="182344"/>
                  <a:pt x="0" y="178606"/>
                  <a:pt x="0" y="174709"/>
                </a:cubicBezTo>
                <a:lnTo>
                  <a:pt x="0" y="14697"/>
                </a:lnTo>
                <a:cubicBezTo>
                  <a:pt x="0" y="10799"/>
                  <a:pt x="1548" y="7061"/>
                  <a:pt x="4305" y="4305"/>
                </a:cubicBezTo>
                <a:cubicBezTo>
                  <a:pt x="7061" y="1548"/>
                  <a:pt x="10799" y="0"/>
                  <a:pt x="14697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  <a:ln w="19050" cap="rnd">
            <a:solidFill>
              <a:srgbClr val="DADCE4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DA2ACC-83DA-AB20-F9FF-A4E147B31FA1}"/>
              </a:ext>
            </a:extLst>
          </p:cNvPr>
          <p:cNvSpPr txBox="1"/>
          <p:nvPr/>
        </p:nvSpPr>
        <p:spPr>
          <a:xfrm>
            <a:off x="571500" y="1071595"/>
            <a:ext cx="16840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Anh Q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tù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2021.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Theo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70 BLHS,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đương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8" name="Freeform 21">
            <a:extLst>
              <a:ext uri="{FF2B5EF4-FFF2-40B4-BE49-F238E27FC236}">
                <a16:creationId xmlns:a16="http://schemas.microsoft.com/office/drawing/2014/main" id="{C2432FED-279B-A326-8C44-BA5400774609}"/>
              </a:ext>
            </a:extLst>
          </p:cNvPr>
          <p:cNvSpPr/>
          <p:nvPr/>
        </p:nvSpPr>
        <p:spPr>
          <a:xfrm>
            <a:off x="723900" y="4985312"/>
            <a:ext cx="165354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11172B">
                  <a:alpha val="0"/>
                </a:srgbClr>
              </a:gs>
              <a:gs pos="100000">
                <a:srgbClr val="5F6886">
                  <a:alpha val="100000"/>
                </a:srgbClr>
              </a:gs>
            </a:gsLst>
            <a:lin ang="2700000"/>
          </a:gradFill>
        </p:spPr>
      </p:sp>
      <p:sp>
        <p:nvSpPr>
          <p:cNvPr id="30" name="Freeform 24">
            <a:extLst>
              <a:ext uri="{FF2B5EF4-FFF2-40B4-BE49-F238E27FC236}">
                <a16:creationId xmlns:a16="http://schemas.microsoft.com/office/drawing/2014/main" id="{6D1343CE-D6BF-BF23-0D4A-A79FA2D70646}"/>
              </a:ext>
            </a:extLst>
          </p:cNvPr>
          <p:cNvSpPr/>
          <p:nvPr/>
        </p:nvSpPr>
        <p:spPr>
          <a:xfrm>
            <a:off x="723900" y="3409630"/>
            <a:ext cx="165354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92E5BE-43B5-3BA6-E8F7-F1A375DC41B7}"/>
              </a:ext>
            </a:extLst>
          </p:cNvPr>
          <p:cNvSpPr txBox="1"/>
          <p:nvPr/>
        </p:nvSpPr>
        <p:spPr>
          <a:xfrm>
            <a:off x="1771650" y="3689593"/>
            <a:ext cx="1443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tù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1C63350E-38FD-3D34-9413-5A318BF241EA}"/>
              </a:ext>
            </a:extLst>
          </p:cNvPr>
          <p:cNvSpPr/>
          <p:nvPr/>
        </p:nvSpPr>
        <p:spPr>
          <a:xfrm>
            <a:off x="876300" y="8323298"/>
            <a:ext cx="165354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11172B">
                  <a:alpha val="0"/>
                </a:srgbClr>
              </a:gs>
              <a:gs pos="100000">
                <a:srgbClr val="5F6886">
                  <a:alpha val="100000"/>
                </a:srgbClr>
              </a:gs>
            </a:gsLst>
            <a:lin ang="2700000"/>
          </a:gradFill>
        </p:spPr>
      </p:sp>
      <p:sp>
        <p:nvSpPr>
          <p:cNvPr id="11" name="Freeform 24">
            <a:extLst>
              <a:ext uri="{FF2B5EF4-FFF2-40B4-BE49-F238E27FC236}">
                <a16:creationId xmlns:a16="http://schemas.microsoft.com/office/drawing/2014/main" id="{F75C8C7B-C530-9BB5-7975-C4529BF9DC1A}"/>
              </a:ext>
            </a:extLst>
          </p:cNvPr>
          <p:cNvSpPr/>
          <p:nvPr/>
        </p:nvSpPr>
        <p:spPr>
          <a:xfrm>
            <a:off x="876300" y="6747616"/>
            <a:ext cx="16535400" cy="1083146"/>
          </a:xfrm>
          <a:custGeom>
            <a:avLst/>
            <a:gdLst/>
            <a:ahLst/>
            <a:cxnLst/>
            <a:rect l="l" t="t" r="r" b="b"/>
            <a:pathLst>
              <a:path w="1701810" h="301987">
                <a:moveTo>
                  <a:pt x="126835" y="0"/>
                </a:moveTo>
                <a:lnTo>
                  <a:pt x="1574975" y="0"/>
                </a:lnTo>
                <a:cubicBezTo>
                  <a:pt x="1645024" y="0"/>
                  <a:pt x="1701810" y="56786"/>
                  <a:pt x="1701810" y="126835"/>
                </a:cubicBezTo>
                <a:lnTo>
                  <a:pt x="1701810" y="175152"/>
                </a:lnTo>
                <a:cubicBezTo>
                  <a:pt x="1701810" y="245201"/>
                  <a:pt x="1645024" y="301987"/>
                  <a:pt x="1574975" y="301987"/>
                </a:cubicBezTo>
                <a:lnTo>
                  <a:pt x="126835" y="301987"/>
                </a:lnTo>
                <a:cubicBezTo>
                  <a:pt x="56786" y="301987"/>
                  <a:pt x="0" y="245201"/>
                  <a:pt x="0" y="175152"/>
                </a:cubicBezTo>
                <a:lnTo>
                  <a:pt x="0" y="126835"/>
                </a:lnTo>
                <a:cubicBezTo>
                  <a:pt x="0" y="56786"/>
                  <a:pt x="56786" y="0"/>
                  <a:pt x="126835" y="0"/>
                </a:cubicBezTo>
                <a:close/>
              </a:path>
            </a:pathLst>
          </a:custGeom>
          <a:gradFill rotWithShape="1">
            <a:gsLst>
              <a:gs pos="0">
                <a:srgbClr val="5F6886">
                  <a:alpha val="100000"/>
                </a:srgbClr>
              </a:gs>
              <a:gs pos="100000">
                <a:srgbClr val="11172B">
                  <a:alpha val="0"/>
                </a:srgbClr>
              </a:gs>
            </a:gsLst>
            <a:lin ang="2700000"/>
          </a:grad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1B42E-5CD0-AAF4-E898-26FDE4F14A37}"/>
              </a:ext>
            </a:extLst>
          </p:cNvPr>
          <p:cNvSpPr txBox="1"/>
          <p:nvPr/>
        </p:nvSpPr>
        <p:spPr>
          <a:xfrm>
            <a:off x="1771650" y="5070188"/>
            <a:ext cx="14439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kể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tù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5-15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6D53F-7809-D3C2-BBDB-EB5A2A5E7FF8}"/>
              </a:ext>
            </a:extLst>
          </p:cNvPr>
          <p:cNvSpPr txBox="1"/>
          <p:nvPr/>
        </p:nvSpPr>
        <p:spPr>
          <a:xfrm>
            <a:off x="1771650" y="6972368"/>
            <a:ext cx="1443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đương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A44957-C594-4D94-FA89-BAC20A1F5C1D}"/>
              </a:ext>
            </a:extLst>
          </p:cNvPr>
          <p:cNvSpPr txBox="1"/>
          <p:nvPr/>
        </p:nvSpPr>
        <p:spPr>
          <a:xfrm>
            <a:off x="1771650" y="8607049"/>
            <a:ext cx="1443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chấp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2021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chờ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F00F6D46-9272-0F0F-4BEE-7A19562ACF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02100" y="502826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21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7EBA9-AC5A-170E-EE7C-384A457E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465ADB-9E11-9C8D-27BD-141672706328}"/>
              </a:ext>
            </a:extLst>
          </p:cNvPr>
          <p:cNvGrpSpPr/>
          <p:nvPr/>
        </p:nvGrpSpPr>
        <p:grpSpPr>
          <a:xfrm>
            <a:off x="452068" y="2109283"/>
            <a:ext cx="17383864" cy="7802759"/>
            <a:chOff x="0" y="0"/>
            <a:chExt cx="5386431" cy="241770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94C22C8-3C3F-75AD-75B1-BCA3EBF2BF54}"/>
                </a:ext>
              </a:extLst>
            </p:cNvPr>
            <p:cNvSpPr/>
            <p:nvPr/>
          </p:nvSpPr>
          <p:spPr>
            <a:xfrm>
              <a:off x="0" y="0"/>
              <a:ext cx="5386431" cy="2417703"/>
            </a:xfrm>
            <a:custGeom>
              <a:avLst/>
              <a:gdLst/>
              <a:ahLst/>
              <a:cxnLst/>
              <a:rect l="l" t="t" r="r" b="b"/>
              <a:pathLst>
                <a:path w="5386431" h="2417703">
                  <a:moveTo>
                    <a:pt x="14697" y="0"/>
                  </a:moveTo>
                  <a:lnTo>
                    <a:pt x="5371735" y="0"/>
                  </a:lnTo>
                  <a:cubicBezTo>
                    <a:pt x="5375632" y="0"/>
                    <a:pt x="5379370" y="1548"/>
                    <a:pt x="5382127" y="4305"/>
                  </a:cubicBezTo>
                  <a:cubicBezTo>
                    <a:pt x="5384883" y="7061"/>
                    <a:pt x="5386431" y="10799"/>
                    <a:pt x="5386431" y="14697"/>
                  </a:cubicBezTo>
                  <a:lnTo>
                    <a:pt x="5386431" y="2403006"/>
                  </a:lnTo>
                  <a:cubicBezTo>
                    <a:pt x="5386431" y="2406904"/>
                    <a:pt x="5384883" y="2410642"/>
                    <a:pt x="5382127" y="2413398"/>
                  </a:cubicBezTo>
                  <a:cubicBezTo>
                    <a:pt x="5379370" y="2416155"/>
                    <a:pt x="5375632" y="2417703"/>
                    <a:pt x="5371735" y="2417703"/>
                  </a:cubicBezTo>
                  <a:lnTo>
                    <a:pt x="14697" y="2417703"/>
                  </a:lnTo>
                  <a:cubicBezTo>
                    <a:pt x="10799" y="2417703"/>
                    <a:pt x="7061" y="2416155"/>
                    <a:pt x="4305" y="2413398"/>
                  </a:cubicBezTo>
                  <a:cubicBezTo>
                    <a:pt x="1548" y="2410642"/>
                    <a:pt x="0" y="2406904"/>
                    <a:pt x="0" y="2403006"/>
                  </a:cubicBezTo>
                  <a:lnTo>
                    <a:pt x="0" y="14697"/>
                  </a:lnTo>
                  <a:cubicBezTo>
                    <a:pt x="0" y="10799"/>
                    <a:pt x="1548" y="7061"/>
                    <a:pt x="4305" y="4305"/>
                  </a:cubicBezTo>
                  <a:cubicBezTo>
                    <a:pt x="7061" y="1548"/>
                    <a:pt x="10799" y="0"/>
                    <a:pt x="14697" y="0"/>
                  </a:cubicBezTo>
                  <a:close/>
                </a:path>
              </a:pathLst>
            </a:custGeom>
            <a:blipFill>
              <a:blip r:embed="rId2"/>
              <a:stretch>
                <a:fillRect t="-24331" b="-24331"/>
              </a:stretch>
            </a:blipFill>
            <a:ln w="19050" cap="rnd">
              <a:solidFill>
                <a:srgbClr val="DADCE4"/>
              </a:solidFill>
              <a:prstDash val="solid"/>
              <a:round/>
            </a:ln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1DB5618-BD76-EF3B-C6F5-908C33E5131B}"/>
              </a:ext>
            </a:extLst>
          </p:cNvPr>
          <p:cNvGrpSpPr/>
          <p:nvPr/>
        </p:nvGrpSpPr>
        <p:grpSpPr>
          <a:xfrm>
            <a:off x="4109425" y="3932010"/>
            <a:ext cx="10551099" cy="4692744"/>
            <a:chOff x="0" y="0"/>
            <a:chExt cx="2778890" cy="123594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D6EC2B8-6FB6-4AE1-29B9-63FBBB164351}"/>
                </a:ext>
              </a:extLst>
            </p:cNvPr>
            <p:cNvSpPr/>
            <p:nvPr/>
          </p:nvSpPr>
          <p:spPr>
            <a:xfrm>
              <a:off x="0" y="0"/>
              <a:ext cx="2778890" cy="1235949"/>
            </a:xfrm>
            <a:custGeom>
              <a:avLst/>
              <a:gdLst/>
              <a:ahLst/>
              <a:cxnLst/>
              <a:rect l="l" t="t" r="r" b="b"/>
              <a:pathLst>
                <a:path w="2778890" h="1235949">
                  <a:moveTo>
                    <a:pt x="24214" y="0"/>
                  </a:moveTo>
                  <a:lnTo>
                    <a:pt x="2754676" y="0"/>
                  </a:lnTo>
                  <a:cubicBezTo>
                    <a:pt x="2761098" y="0"/>
                    <a:pt x="2767257" y="2551"/>
                    <a:pt x="2771798" y="7092"/>
                  </a:cubicBezTo>
                  <a:cubicBezTo>
                    <a:pt x="2776339" y="11633"/>
                    <a:pt x="2778890" y="17792"/>
                    <a:pt x="2778890" y="24214"/>
                  </a:cubicBezTo>
                  <a:lnTo>
                    <a:pt x="2778890" y="1211735"/>
                  </a:lnTo>
                  <a:cubicBezTo>
                    <a:pt x="2778890" y="1218157"/>
                    <a:pt x="2776339" y="1224316"/>
                    <a:pt x="2771798" y="1228857"/>
                  </a:cubicBezTo>
                  <a:cubicBezTo>
                    <a:pt x="2767257" y="1233398"/>
                    <a:pt x="2761098" y="1235949"/>
                    <a:pt x="2754676" y="1235949"/>
                  </a:cubicBezTo>
                  <a:lnTo>
                    <a:pt x="24214" y="1235949"/>
                  </a:lnTo>
                  <a:cubicBezTo>
                    <a:pt x="17792" y="1235949"/>
                    <a:pt x="11633" y="1233398"/>
                    <a:pt x="7092" y="1228857"/>
                  </a:cubicBezTo>
                  <a:cubicBezTo>
                    <a:pt x="2551" y="1224316"/>
                    <a:pt x="0" y="1218157"/>
                    <a:pt x="0" y="1211735"/>
                  </a:cubicBezTo>
                  <a:lnTo>
                    <a:pt x="0" y="24214"/>
                  </a:lnTo>
                  <a:cubicBezTo>
                    <a:pt x="0" y="17792"/>
                    <a:pt x="2551" y="11633"/>
                    <a:pt x="7092" y="7092"/>
                  </a:cubicBezTo>
                  <a:cubicBezTo>
                    <a:pt x="11633" y="2551"/>
                    <a:pt x="17792" y="0"/>
                    <a:pt x="242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F6886">
                    <a:alpha val="100000"/>
                  </a:srgbClr>
                </a:gs>
                <a:gs pos="100000">
                  <a:srgbClr val="11172B">
                    <a:alpha val="28500"/>
                  </a:srgbClr>
                </a:gs>
              </a:gsLst>
              <a:lin ang="2700000"/>
            </a:gradFill>
            <a:ln w="19050" cap="rnd">
              <a:solidFill>
                <a:srgbClr val="DADCE4"/>
              </a:solidFill>
              <a:prstDash val="solid"/>
              <a:round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752EDE1-DE57-A4AE-DEB1-9964532822E4}"/>
                </a:ext>
              </a:extLst>
            </p:cNvPr>
            <p:cNvSpPr txBox="1"/>
            <p:nvPr/>
          </p:nvSpPr>
          <p:spPr>
            <a:xfrm>
              <a:off x="0" y="-38100"/>
              <a:ext cx="2778890" cy="1274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A061B98A-9375-B328-E1CB-62C68298AA87}"/>
              </a:ext>
            </a:extLst>
          </p:cNvPr>
          <p:cNvSpPr txBox="1"/>
          <p:nvPr/>
        </p:nvSpPr>
        <p:spPr>
          <a:xfrm>
            <a:off x="5918259" y="3481187"/>
            <a:ext cx="6553200" cy="5058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0899"/>
              </a:lnSpc>
              <a:spcBef>
                <a:spcPct val="0"/>
              </a:spcBef>
            </a:pPr>
            <a:r>
              <a:rPr lang="en-US" sz="11000" spc="-761" dirty="0">
                <a:solidFill>
                  <a:srgbClr val="DADCE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lang="en-US" sz="11000" u="none" strike="noStrike" spc="-761" dirty="0">
              <a:solidFill>
                <a:srgbClr val="DADCE4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7A7C080-483B-5DCA-1D9B-9F5A2ACAC1A7}"/>
              </a:ext>
            </a:extLst>
          </p:cNvPr>
          <p:cNvSpPr/>
          <p:nvPr/>
        </p:nvSpPr>
        <p:spPr>
          <a:xfrm>
            <a:off x="629914" y="2109283"/>
            <a:ext cx="6477072" cy="9869825"/>
          </a:xfrm>
          <a:custGeom>
            <a:avLst/>
            <a:gdLst/>
            <a:ahLst/>
            <a:cxnLst/>
            <a:rect l="l" t="t" r="r" b="b"/>
            <a:pathLst>
              <a:path w="6477072" h="9869825">
                <a:moveTo>
                  <a:pt x="0" y="0"/>
                </a:moveTo>
                <a:lnTo>
                  <a:pt x="6477073" y="0"/>
                </a:lnTo>
                <a:lnTo>
                  <a:pt x="6477073" y="9869825"/>
                </a:lnTo>
                <a:lnTo>
                  <a:pt x="0" y="986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90914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3862</Words>
  <Application>Microsoft Office PowerPoint</Application>
  <PresentationFormat>Custom</PresentationFormat>
  <Paragraphs>368</Paragraphs>
  <Slides>51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Libre Baskerville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Dang Khoa</dc:creator>
  <cp:lastModifiedBy>Đăng Khoa Nguyễn</cp:lastModifiedBy>
  <cp:revision>5</cp:revision>
  <dcterms:created xsi:type="dcterms:W3CDTF">2006-08-16T00:00:00Z</dcterms:created>
  <dcterms:modified xsi:type="dcterms:W3CDTF">2026-07-29T06:25:04Z</dcterms:modified>
  <dc:identifier>DAHQf6orY40</dc:identifier>
</cp:coreProperties>
</file>